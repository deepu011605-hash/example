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3.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4.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5.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6.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theme/theme7.xml" ContentType="application/vnd.openxmlformats-officedocument.theme+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ink/ink1.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 id="2147483759" r:id="rId2"/>
    <p:sldMasterId id="2147483794" r:id="rId3"/>
    <p:sldMasterId id="2147483812" r:id="rId4"/>
    <p:sldMasterId id="2147483847" r:id="rId5"/>
    <p:sldMasterId id="2147483877" r:id="rId6"/>
    <p:sldMasterId id="2147483889" r:id="rId7"/>
    <p:sldMasterId id="2147483907" r:id="rId8"/>
  </p:sldMasterIdLst>
  <p:notesMasterIdLst>
    <p:notesMasterId r:id="rId23"/>
  </p:notesMasterIdLst>
  <p:sldIdLst>
    <p:sldId id="256" r:id="rId9"/>
    <p:sldId id="257" r:id="rId10"/>
    <p:sldId id="258"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56440A-D706-441F-8F99-D0937C8CEB39}" v="167" dt="2026-03-11T14:05:52.44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89" autoAdjust="0"/>
  </p:normalViewPr>
  <p:slideViewPr>
    <p:cSldViewPr snapToGrid="0">
      <p:cViewPr varScale="1">
        <p:scale>
          <a:sx n="90" d="100"/>
          <a:sy n="90" d="100"/>
        </p:scale>
        <p:origin x="355" y="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72" d="100"/>
          <a:sy n="72" d="100"/>
        </p:scale>
        <p:origin x="3010"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3.xml"/><Relationship Id="rId7" Type="http://schemas.openxmlformats.org/officeDocument/2006/relationships/slideMaster" Target="slideMasters/slideMaster7.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8.xml"/><Relationship Id="rId20" Type="http://schemas.openxmlformats.org/officeDocument/2006/relationships/slide" Target="slides/slide12.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24"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7.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2.xml"/><Relationship Id="rId19" Type="http://schemas.openxmlformats.org/officeDocument/2006/relationships/slide" Target="slides/slide11.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deep Deepu" userId="0d5a3f2f5406f5aa" providerId="LiveId" clId="{E9BBBE37-DC8A-4556-ADD1-3E38661986AF}"/>
    <pc:docChg chg="undo custSel addSld delSld modSld">
      <pc:chgData name="Sandeep Deepu" userId="0d5a3f2f5406f5aa" providerId="LiveId" clId="{E9BBBE37-DC8A-4556-ADD1-3E38661986AF}" dt="2026-03-11T14:05:52.441" v="4138"/>
      <pc:docMkLst>
        <pc:docMk/>
      </pc:docMkLst>
      <pc:sldChg chg="addSp modSp mod modTransition">
        <pc:chgData name="Sandeep Deepu" userId="0d5a3f2f5406f5aa" providerId="LiveId" clId="{E9BBBE37-DC8A-4556-ADD1-3E38661986AF}" dt="2026-03-11T13:40:40.717" v="3990"/>
        <pc:sldMkLst>
          <pc:docMk/>
          <pc:sldMk cId="744904229" sldId="256"/>
        </pc:sldMkLst>
        <pc:spChg chg="mod">
          <ac:chgData name="Sandeep Deepu" userId="0d5a3f2f5406f5aa" providerId="LiveId" clId="{E9BBBE37-DC8A-4556-ADD1-3E38661986AF}" dt="2026-03-11T11:24:02.898" v="616"/>
          <ac:spMkLst>
            <pc:docMk/>
            <pc:sldMk cId="744904229" sldId="256"/>
            <ac:spMk id="2" creationId="{D56A0FEB-0FE1-E43B-262E-86126506EE6D}"/>
          </ac:spMkLst>
        </pc:spChg>
        <pc:spChg chg="mod">
          <ac:chgData name="Sandeep Deepu" userId="0d5a3f2f5406f5aa" providerId="LiveId" clId="{E9BBBE37-DC8A-4556-ADD1-3E38661986AF}" dt="2026-03-11T11:57:34.669" v="1308"/>
          <ac:spMkLst>
            <pc:docMk/>
            <pc:sldMk cId="744904229" sldId="256"/>
            <ac:spMk id="6" creationId="{A0EB526D-E4EC-EE51-EDC1-135FC51F8131}"/>
          </ac:spMkLst>
        </pc:spChg>
        <pc:inkChg chg="add">
          <ac:chgData name="Sandeep Deepu" userId="0d5a3f2f5406f5aa" providerId="LiveId" clId="{E9BBBE37-DC8A-4556-ADD1-3E38661986AF}" dt="2026-03-08T10:38:57.952" v="0"/>
          <ac:inkMkLst>
            <pc:docMk/>
            <pc:sldMk cId="744904229" sldId="256"/>
            <ac:inkMk id="3" creationId="{275DE99F-E55E-20F4-E218-5FE28E70AEA0}"/>
          </ac:inkMkLst>
        </pc:inkChg>
      </pc:sldChg>
      <pc:sldChg chg="modSp mod modTransition">
        <pc:chgData name="Sandeep Deepu" userId="0d5a3f2f5406f5aa" providerId="LiveId" clId="{E9BBBE37-DC8A-4556-ADD1-3E38661986AF}" dt="2026-03-11T13:40:53.095" v="3992"/>
        <pc:sldMkLst>
          <pc:docMk/>
          <pc:sldMk cId="2060984527" sldId="257"/>
        </pc:sldMkLst>
        <pc:spChg chg="mod">
          <ac:chgData name="Sandeep Deepu" userId="0d5a3f2f5406f5aa" providerId="LiveId" clId="{E9BBBE37-DC8A-4556-ADD1-3E38661986AF}" dt="2026-03-11T11:48:30.928" v="1068"/>
          <ac:spMkLst>
            <pc:docMk/>
            <pc:sldMk cId="2060984527" sldId="257"/>
            <ac:spMk id="2" creationId="{469C88BE-EC31-63FB-032C-51CB132DF8CC}"/>
          </ac:spMkLst>
        </pc:spChg>
        <pc:spChg chg="mod">
          <ac:chgData name="Sandeep Deepu" userId="0d5a3f2f5406f5aa" providerId="LiveId" clId="{E9BBBE37-DC8A-4556-ADD1-3E38661986AF}" dt="2026-03-11T11:48:30.928" v="1068"/>
          <ac:spMkLst>
            <pc:docMk/>
            <pc:sldMk cId="2060984527" sldId="257"/>
            <ac:spMk id="3" creationId="{33E02498-E645-D12C-1A04-0044055709B1}"/>
          </ac:spMkLst>
        </pc:spChg>
        <pc:spChg chg="mod">
          <ac:chgData name="Sandeep Deepu" userId="0d5a3f2f5406f5aa" providerId="LiveId" clId="{E9BBBE37-DC8A-4556-ADD1-3E38661986AF}" dt="2026-03-11T11:48:30.928" v="1068"/>
          <ac:spMkLst>
            <pc:docMk/>
            <pc:sldMk cId="2060984527" sldId="257"/>
            <ac:spMk id="4" creationId="{640F3AFE-4EAB-EBB9-639B-6768ACAE9224}"/>
          </ac:spMkLst>
        </pc:spChg>
        <pc:spChg chg="mod">
          <ac:chgData name="Sandeep Deepu" userId="0d5a3f2f5406f5aa" providerId="LiveId" clId="{E9BBBE37-DC8A-4556-ADD1-3E38661986AF}" dt="2026-03-11T11:48:30.928" v="1068"/>
          <ac:spMkLst>
            <pc:docMk/>
            <pc:sldMk cId="2060984527" sldId="257"/>
            <ac:spMk id="5" creationId="{B4D9E3E8-566E-CA33-51BE-2F2FBAB9F047}"/>
          </ac:spMkLst>
        </pc:spChg>
      </pc:sldChg>
      <pc:sldChg chg="modSp new mod modTransition addAnim delAnim modAnim">
        <pc:chgData name="Sandeep Deepu" userId="0d5a3f2f5406f5aa" providerId="LiveId" clId="{E9BBBE37-DC8A-4556-ADD1-3E38661986AF}" dt="2026-03-11T13:46:55.244" v="4032"/>
        <pc:sldMkLst>
          <pc:docMk/>
          <pc:sldMk cId="1562649928" sldId="258"/>
        </pc:sldMkLst>
        <pc:spChg chg="mod">
          <ac:chgData name="Sandeep Deepu" userId="0d5a3f2f5406f5aa" providerId="LiveId" clId="{E9BBBE37-DC8A-4556-ADD1-3E38661986AF}" dt="2026-03-11T11:24:53.805" v="619"/>
          <ac:spMkLst>
            <pc:docMk/>
            <pc:sldMk cId="1562649928" sldId="258"/>
            <ac:spMk id="2" creationId="{A4AF17AF-C510-4AB1-EF13-EE0FE29A7280}"/>
          </ac:spMkLst>
        </pc:spChg>
        <pc:spChg chg="mod">
          <ac:chgData name="Sandeep Deepu" userId="0d5a3f2f5406f5aa" providerId="LiveId" clId="{E9BBBE37-DC8A-4556-ADD1-3E38661986AF}" dt="2026-03-11T13:44:15.471" v="4012" actId="12788"/>
          <ac:spMkLst>
            <pc:docMk/>
            <pc:sldMk cId="1562649928" sldId="258"/>
            <ac:spMk id="3" creationId="{F92EDCBC-C149-93D4-2720-F6F0E775006F}"/>
          </ac:spMkLst>
        </pc:spChg>
        <pc:spChg chg="mod">
          <ac:chgData name="Sandeep Deepu" userId="0d5a3f2f5406f5aa" providerId="LiveId" clId="{E9BBBE37-DC8A-4556-ADD1-3E38661986AF}" dt="2026-03-11T11:24:53.805" v="619"/>
          <ac:spMkLst>
            <pc:docMk/>
            <pc:sldMk cId="1562649928" sldId="258"/>
            <ac:spMk id="4" creationId="{C433721C-ADDA-3FEF-BE74-5667EF1DE0C5}"/>
          </ac:spMkLst>
        </pc:spChg>
        <pc:spChg chg="mod">
          <ac:chgData name="Sandeep Deepu" userId="0d5a3f2f5406f5aa" providerId="LiveId" clId="{E9BBBE37-DC8A-4556-ADD1-3E38661986AF}" dt="2026-03-11T11:24:53.805" v="619"/>
          <ac:spMkLst>
            <pc:docMk/>
            <pc:sldMk cId="1562649928" sldId="258"/>
            <ac:spMk id="5" creationId="{96F8BA04-76A7-E927-B9F8-9D0D862437EB}"/>
          </ac:spMkLst>
        </pc:spChg>
      </pc:sldChg>
      <pc:sldChg chg="new del">
        <pc:chgData name="Sandeep Deepu" userId="0d5a3f2f5406f5aa" providerId="LiveId" clId="{E9BBBE37-DC8A-4556-ADD1-3E38661986AF}" dt="2026-03-11T11:37:22.266" v="1062" actId="2696"/>
        <pc:sldMkLst>
          <pc:docMk/>
          <pc:sldMk cId="1974848549" sldId="259"/>
        </pc:sldMkLst>
      </pc:sldChg>
      <pc:sldChg chg="modSp new del mod">
        <pc:chgData name="Sandeep Deepu" userId="0d5a3f2f5406f5aa" providerId="LiveId" clId="{E9BBBE37-DC8A-4556-ADD1-3E38661986AF}" dt="2026-03-11T11:59:46.409" v="1317" actId="47"/>
        <pc:sldMkLst>
          <pc:docMk/>
          <pc:sldMk cId="4204357449" sldId="259"/>
        </pc:sldMkLst>
        <pc:spChg chg="mod">
          <ac:chgData name="Sandeep Deepu" userId="0d5a3f2f5406f5aa" providerId="LiveId" clId="{E9BBBE37-DC8A-4556-ADD1-3E38661986AF}" dt="2026-03-11T11:59:35.622" v="1316"/>
          <ac:spMkLst>
            <pc:docMk/>
            <pc:sldMk cId="4204357449" sldId="259"/>
            <ac:spMk id="2" creationId="{69F5B53C-7363-021C-CD4E-F0DBFA02D09E}"/>
          </ac:spMkLst>
        </pc:spChg>
        <pc:spChg chg="mod">
          <ac:chgData name="Sandeep Deepu" userId="0d5a3f2f5406f5aa" providerId="LiveId" clId="{E9BBBE37-DC8A-4556-ADD1-3E38661986AF}" dt="2026-03-11T11:59:35.622" v="1316"/>
          <ac:spMkLst>
            <pc:docMk/>
            <pc:sldMk cId="4204357449" sldId="259"/>
            <ac:spMk id="3" creationId="{B041766D-E8CE-9E7A-91F3-A7FFD4B70627}"/>
          </ac:spMkLst>
        </pc:spChg>
        <pc:spChg chg="mod">
          <ac:chgData name="Sandeep Deepu" userId="0d5a3f2f5406f5aa" providerId="LiveId" clId="{E9BBBE37-DC8A-4556-ADD1-3E38661986AF}" dt="2026-03-11T11:59:35.622" v="1316"/>
          <ac:spMkLst>
            <pc:docMk/>
            <pc:sldMk cId="4204357449" sldId="259"/>
            <ac:spMk id="4" creationId="{E79064B9-F153-9624-D5FE-FED74568D7FA}"/>
          </ac:spMkLst>
        </pc:spChg>
        <pc:spChg chg="mod">
          <ac:chgData name="Sandeep Deepu" userId="0d5a3f2f5406f5aa" providerId="LiveId" clId="{E9BBBE37-DC8A-4556-ADD1-3E38661986AF}" dt="2026-03-11T11:59:35.622" v="1316"/>
          <ac:spMkLst>
            <pc:docMk/>
            <pc:sldMk cId="4204357449" sldId="259"/>
            <ac:spMk id="5" creationId="{FA71B758-99F5-997D-1274-30B65D0C44F2}"/>
          </ac:spMkLst>
        </pc:spChg>
      </pc:sldChg>
      <pc:sldChg chg="new add del">
        <pc:chgData name="Sandeep Deepu" userId="0d5a3f2f5406f5aa" providerId="LiveId" clId="{E9BBBE37-DC8A-4556-ADD1-3E38661986AF}" dt="2026-03-11T11:55:27.558" v="1265" actId="47"/>
        <pc:sldMkLst>
          <pc:docMk/>
          <pc:sldMk cId="155385959" sldId="260"/>
        </pc:sldMkLst>
      </pc:sldChg>
      <pc:sldChg chg="modSp new del mod">
        <pc:chgData name="Sandeep Deepu" userId="0d5a3f2f5406f5aa" providerId="LiveId" clId="{E9BBBE37-DC8A-4556-ADD1-3E38661986AF}" dt="2026-03-11T11:55:15.160" v="1261" actId="47"/>
        <pc:sldMkLst>
          <pc:docMk/>
          <pc:sldMk cId="1669836254" sldId="260"/>
        </pc:sldMkLst>
        <pc:spChg chg="mod">
          <ac:chgData name="Sandeep Deepu" userId="0d5a3f2f5406f5aa" providerId="LiveId" clId="{E9BBBE37-DC8A-4556-ADD1-3E38661986AF}" dt="2026-03-11T11:55:06.167" v="1260" actId="1076"/>
          <ac:spMkLst>
            <pc:docMk/>
            <pc:sldMk cId="1669836254" sldId="260"/>
            <ac:spMk id="2" creationId="{DC14B418-5C1F-7486-E319-5C0C5FF0C53C}"/>
          </ac:spMkLst>
        </pc:spChg>
      </pc:sldChg>
      <pc:sldChg chg="new del">
        <pc:chgData name="Sandeep Deepu" userId="0d5a3f2f5406f5aa" providerId="LiveId" clId="{E9BBBE37-DC8A-4556-ADD1-3E38661986AF}" dt="2026-03-11T11:55:43.483" v="1267" actId="2696"/>
        <pc:sldMkLst>
          <pc:docMk/>
          <pc:sldMk cId="3065979827" sldId="260"/>
        </pc:sldMkLst>
      </pc:sldChg>
      <pc:sldChg chg="delSp modSp new mod modTransition">
        <pc:chgData name="Sandeep Deepu" userId="0d5a3f2f5406f5aa" providerId="LiveId" clId="{E9BBBE37-DC8A-4556-ADD1-3E38661986AF}" dt="2026-03-11T13:56:12.491" v="4101"/>
        <pc:sldMkLst>
          <pc:docMk/>
          <pc:sldMk cId="3457610757" sldId="260"/>
        </pc:sldMkLst>
        <pc:spChg chg="mod">
          <ac:chgData name="Sandeep Deepu" userId="0d5a3f2f5406f5aa" providerId="LiveId" clId="{E9BBBE37-DC8A-4556-ADD1-3E38661986AF}" dt="2026-03-11T13:14:48.564" v="3245"/>
          <ac:spMkLst>
            <pc:docMk/>
            <pc:sldMk cId="3457610757" sldId="260"/>
            <ac:spMk id="2" creationId="{4FD1D2B5-F86C-B643-DEAF-49C2712A052D}"/>
          </ac:spMkLst>
        </pc:spChg>
        <pc:spChg chg="del mod">
          <ac:chgData name="Sandeep Deepu" userId="0d5a3f2f5406f5aa" providerId="LiveId" clId="{E9BBBE37-DC8A-4556-ADD1-3E38661986AF}" dt="2026-03-11T11:58:31.508" v="1310" actId="478"/>
          <ac:spMkLst>
            <pc:docMk/>
            <pc:sldMk cId="3457610757" sldId="260"/>
            <ac:spMk id="3" creationId="{786A8553-F81F-1698-86FB-51B4737ED899}"/>
          </ac:spMkLst>
        </pc:spChg>
        <pc:spChg chg="mod">
          <ac:chgData name="Sandeep Deepu" userId="0d5a3f2f5406f5aa" providerId="LiveId" clId="{E9BBBE37-DC8A-4556-ADD1-3E38661986AF}" dt="2026-03-11T13:18:30.130" v="3258"/>
          <ac:spMkLst>
            <pc:docMk/>
            <pc:sldMk cId="3457610757" sldId="260"/>
            <ac:spMk id="4" creationId="{12936E55-D4E1-E8EA-920B-969883B0AC0A}"/>
          </ac:spMkLst>
        </pc:spChg>
        <pc:spChg chg="mod">
          <ac:chgData name="Sandeep Deepu" userId="0d5a3f2f5406f5aa" providerId="LiveId" clId="{E9BBBE37-DC8A-4556-ADD1-3E38661986AF}" dt="2026-03-11T13:18:30.130" v="3258"/>
          <ac:spMkLst>
            <pc:docMk/>
            <pc:sldMk cId="3457610757" sldId="260"/>
            <ac:spMk id="5" creationId="{2E891084-E954-ED9F-5BCA-E5340F9777FC}"/>
          </ac:spMkLst>
        </pc:spChg>
      </pc:sldChg>
      <pc:sldChg chg="modSp new mod modTransition modAnim">
        <pc:chgData name="Sandeep Deepu" userId="0d5a3f2f5406f5aa" providerId="LiveId" clId="{E9BBBE37-DC8A-4556-ADD1-3E38661986AF}" dt="2026-03-11T13:56:16.739" v="4102"/>
        <pc:sldMkLst>
          <pc:docMk/>
          <pc:sldMk cId="4122253114" sldId="261"/>
        </pc:sldMkLst>
        <pc:spChg chg="mod">
          <ac:chgData name="Sandeep Deepu" userId="0d5a3f2f5406f5aa" providerId="LiveId" clId="{E9BBBE37-DC8A-4556-ADD1-3E38661986AF}" dt="2026-03-11T12:32:13.022" v="1745" actId="14100"/>
          <ac:spMkLst>
            <pc:docMk/>
            <pc:sldMk cId="4122253114" sldId="261"/>
            <ac:spMk id="2" creationId="{A58304EE-349A-8264-C043-29DE7A62AA84}"/>
          </ac:spMkLst>
        </pc:spChg>
        <pc:spChg chg="mod">
          <ac:chgData name="Sandeep Deepu" userId="0d5a3f2f5406f5aa" providerId="LiveId" clId="{E9BBBE37-DC8A-4556-ADD1-3E38661986AF}" dt="2026-03-11T12:31:56.008" v="1742" actId="14100"/>
          <ac:spMkLst>
            <pc:docMk/>
            <pc:sldMk cId="4122253114" sldId="261"/>
            <ac:spMk id="3" creationId="{86C3BDED-0FEF-0A93-48BE-5F4CF37896D7}"/>
          </ac:spMkLst>
        </pc:spChg>
        <pc:spChg chg="mod">
          <ac:chgData name="Sandeep Deepu" userId="0d5a3f2f5406f5aa" providerId="LiveId" clId="{E9BBBE37-DC8A-4556-ADD1-3E38661986AF}" dt="2026-03-11T13:18:30.130" v="3258"/>
          <ac:spMkLst>
            <pc:docMk/>
            <pc:sldMk cId="4122253114" sldId="261"/>
            <ac:spMk id="4" creationId="{9A61DABC-9FED-1331-490E-5B817E5601BA}"/>
          </ac:spMkLst>
        </pc:spChg>
        <pc:spChg chg="mod">
          <ac:chgData name="Sandeep Deepu" userId="0d5a3f2f5406f5aa" providerId="LiveId" clId="{E9BBBE37-DC8A-4556-ADD1-3E38661986AF}" dt="2026-03-11T13:18:30.130" v="3258"/>
          <ac:spMkLst>
            <pc:docMk/>
            <pc:sldMk cId="4122253114" sldId="261"/>
            <ac:spMk id="5" creationId="{140F9458-D064-2A5D-4B99-7D2D1503FB13}"/>
          </ac:spMkLst>
        </pc:spChg>
      </pc:sldChg>
      <pc:sldChg chg="addSp delSp modSp new mod modTransition modAnim">
        <pc:chgData name="Sandeep Deepu" userId="0d5a3f2f5406f5aa" providerId="LiveId" clId="{E9BBBE37-DC8A-4556-ADD1-3E38661986AF}" dt="2026-03-11T13:57:37.614" v="4113"/>
        <pc:sldMkLst>
          <pc:docMk/>
          <pc:sldMk cId="1353850968" sldId="262"/>
        </pc:sldMkLst>
        <pc:spChg chg="del mod">
          <ac:chgData name="Sandeep Deepu" userId="0d5a3f2f5406f5aa" providerId="LiveId" clId="{E9BBBE37-DC8A-4556-ADD1-3E38661986AF}" dt="2026-03-11T12:33:03.952" v="1757" actId="478"/>
          <ac:spMkLst>
            <pc:docMk/>
            <pc:sldMk cId="1353850968" sldId="262"/>
            <ac:spMk id="2" creationId="{622A13AA-C162-7F31-26F7-F4853A1D6669}"/>
          </ac:spMkLst>
        </pc:spChg>
        <pc:spChg chg="mod">
          <ac:chgData name="Sandeep Deepu" userId="0d5a3f2f5406f5aa" providerId="LiveId" clId="{E9BBBE37-DC8A-4556-ADD1-3E38661986AF}" dt="2026-03-11T13:18:30.130" v="3258"/>
          <ac:spMkLst>
            <pc:docMk/>
            <pc:sldMk cId="1353850968" sldId="262"/>
            <ac:spMk id="3" creationId="{8588037D-7C31-0416-4D0C-C35A62CD8212}"/>
          </ac:spMkLst>
        </pc:spChg>
        <pc:spChg chg="mod">
          <ac:chgData name="Sandeep Deepu" userId="0d5a3f2f5406f5aa" providerId="LiveId" clId="{E9BBBE37-DC8A-4556-ADD1-3E38661986AF}" dt="2026-03-11T13:18:30.130" v="3258"/>
          <ac:spMkLst>
            <pc:docMk/>
            <pc:sldMk cId="1353850968" sldId="262"/>
            <ac:spMk id="4" creationId="{0D4693D9-3BA5-5B26-70FB-5825DDDF2E01}"/>
          </ac:spMkLst>
        </pc:spChg>
        <pc:spChg chg="mod">
          <ac:chgData name="Sandeep Deepu" userId="0d5a3f2f5406f5aa" providerId="LiveId" clId="{E9BBBE37-DC8A-4556-ADD1-3E38661986AF}" dt="2026-03-11T13:18:30.130" v="3258"/>
          <ac:spMkLst>
            <pc:docMk/>
            <pc:sldMk cId="1353850968" sldId="262"/>
            <ac:spMk id="5" creationId="{4274E4E7-0129-B303-6F0D-2178E784BFF8}"/>
          </ac:spMkLst>
        </pc:spChg>
        <pc:spChg chg="add mod">
          <ac:chgData name="Sandeep Deepu" userId="0d5a3f2f5406f5aa" providerId="LiveId" clId="{E9BBBE37-DC8A-4556-ADD1-3E38661986AF}" dt="2026-03-11T13:18:30.130" v="3258"/>
          <ac:spMkLst>
            <pc:docMk/>
            <pc:sldMk cId="1353850968" sldId="262"/>
            <ac:spMk id="7" creationId="{3141EF1A-2E61-E062-8B09-C5C60458F557}"/>
          </ac:spMkLst>
        </pc:spChg>
      </pc:sldChg>
      <pc:sldChg chg="modSp new mod modTransition modAnim">
        <pc:chgData name="Sandeep Deepu" userId="0d5a3f2f5406f5aa" providerId="LiveId" clId="{E9BBBE37-DC8A-4556-ADD1-3E38661986AF}" dt="2026-03-11T13:49:52.986" v="4056"/>
        <pc:sldMkLst>
          <pc:docMk/>
          <pc:sldMk cId="4059511569" sldId="263"/>
        </pc:sldMkLst>
        <pc:spChg chg="mod">
          <ac:chgData name="Sandeep Deepu" userId="0d5a3f2f5406f5aa" providerId="LiveId" clId="{E9BBBE37-DC8A-4556-ADD1-3E38661986AF}" dt="2026-03-11T13:18:30.130" v="3258"/>
          <ac:spMkLst>
            <pc:docMk/>
            <pc:sldMk cId="4059511569" sldId="263"/>
            <ac:spMk id="2" creationId="{98EE3757-639B-2045-AF39-4657FA9C95F9}"/>
          </ac:spMkLst>
        </pc:spChg>
        <pc:spChg chg="mod">
          <ac:chgData name="Sandeep Deepu" userId="0d5a3f2f5406f5aa" providerId="LiveId" clId="{E9BBBE37-DC8A-4556-ADD1-3E38661986AF}" dt="2026-03-11T13:18:30.130" v="3258"/>
          <ac:spMkLst>
            <pc:docMk/>
            <pc:sldMk cId="4059511569" sldId="263"/>
            <ac:spMk id="3" creationId="{02BC3170-3FE7-D4B4-9248-E94C9BB4A53D}"/>
          </ac:spMkLst>
        </pc:spChg>
        <pc:spChg chg="mod">
          <ac:chgData name="Sandeep Deepu" userId="0d5a3f2f5406f5aa" providerId="LiveId" clId="{E9BBBE37-DC8A-4556-ADD1-3E38661986AF}" dt="2026-03-11T13:18:30.130" v="3258"/>
          <ac:spMkLst>
            <pc:docMk/>
            <pc:sldMk cId="4059511569" sldId="263"/>
            <ac:spMk id="4" creationId="{44689D9F-1003-C366-541B-31D8AAA739D2}"/>
          </ac:spMkLst>
        </pc:spChg>
        <pc:spChg chg="mod">
          <ac:chgData name="Sandeep Deepu" userId="0d5a3f2f5406f5aa" providerId="LiveId" clId="{E9BBBE37-DC8A-4556-ADD1-3E38661986AF}" dt="2026-03-11T13:18:30.130" v="3258"/>
          <ac:spMkLst>
            <pc:docMk/>
            <pc:sldMk cId="4059511569" sldId="263"/>
            <ac:spMk id="5" creationId="{C36CEFDB-56E7-2757-A799-35F82A4C8732}"/>
          </ac:spMkLst>
        </pc:spChg>
      </pc:sldChg>
      <pc:sldChg chg="modSp new mod modTransition modAnim">
        <pc:chgData name="Sandeep Deepu" userId="0d5a3f2f5406f5aa" providerId="LiveId" clId="{E9BBBE37-DC8A-4556-ADD1-3E38661986AF}" dt="2026-03-11T13:56:39.233" v="4103"/>
        <pc:sldMkLst>
          <pc:docMk/>
          <pc:sldMk cId="2229065866" sldId="264"/>
        </pc:sldMkLst>
        <pc:spChg chg="mod">
          <ac:chgData name="Sandeep Deepu" userId="0d5a3f2f5406f5aa" providerId="LiveId" clId="{E9BBBE37-DC8A-4556-ADD1-3E38661986AF}" dt="2026-03-11T13:18:30.130" v="3258"/>
          <ac:spMkLst>
            <pc:docMk/>
            <pc:sldMk cId="2229065866" sldId="264"/>
            <ac:spMk id="2" creationId="{7FCAD8EE-C4D0-766F-1FEB-8BCB1B96451D}"/>
          </ac:spMkLst>
        </pc:spChg>
        <pc:spChg chg="mod">
          <ac:chgData name="Sandeep Deepu" userId="0d5a3f2f5406f5aa" providerId="LiveId" clId="{E9BBBE37-DC8A-4556-ADD1-3E38661986AF}" dt="2026-03-11T13:18:30.130" v="3258"/>
          <ac:spMkLst>
            <pc:docMk/>
            <pc:sldMk cId="2229065866" sldId="264"/>
            <ac:spMk id="3" creationId="{C82989DE-F661-4DCB-E0FF-0FE58CC51B07}"/>
          </ac:spMkLst>
        </pc:spChg>
        <pc:spChg chg="mod">
          <ac:chgData name="Sandeep Deepu" userId="0d5a3f2f5406f5aa" providerId="LiveId" clId="{E9BBBE37-DC8A-4556-ADD1-3E38661986AF}" dt="2026-03-11T13:18:30.130" v="3258"/>
          <ac:spMkLst>
            <pc:docMk/>
            <pc:sldMk cId="2229065866" sldId="264"/>
            <ac:spMk id="4" creationId="{E212D746-C18E-A214-89D7-494F7D4CC742}"/>
          </ac:spMkLst>
        </pc:spChg>
        <pc:spChg chg="mod">
          <ac:chgData name="Sandeep Deepu" userId="0d5a3f2f5406f5aa" providerId="LiveId" clId="{E9BBBE37-DC8A-4556-ADD1-3E38661986AF}" dt="2026-03-11T13:18:30.130" v="3258"/>
          <ac:spMkLst>
            <pc:docMk/>
            <pc:sldMk cId="2229065866" sldId="264"/>
            <ac:spMk id="5" creationId="{6A92C3A4-D5AA-DBF3-C642-F156A07DD068}"/>
          </ac:spMkLst>
        </pc:spChg>
      </pc:sldChg>
      <pc:sldChg chg="modSp new mod modTransition modAnim">
        <pc:chgData name="Sandeep Deepu" userId="0d5a3f2f5406f5aa" providerId="LiveId" clId="{E9BBBE37-DC8A-4556-ADD1-3E38661986AF}" dt="2026-03-11T13:51:55.987" v="4073"/>
        <pc:sldMkLst>
          <pc:docMk/>
          <pc:sldMk cId="1197238708" sldId="265"/>
        </pc:sldMkLst>
        <pc:spChg chg="mod">
          <ac:chgData name="Sandeep Deepu" userId="0d5a3f2f5406f5aa" providerId="LiveId" clId="{E9BBBE37-DC8A-4556-ADD1-3E38661986AF}" dt="2026-03-11T13:18:30.130" v="3258"/>
          <ac:spMkLst>
            <pc:docMk/>
            <pc:sldMk cId="1197238708" sldId="265"/>
            <ac:spMk id="2" creationId="{9026A806-9743-839A-E525-CF5F1E3A47BF}"/>
          </ac:spMkLst>
        </pc:spChg>
        <pc:spChg chg="mod">
          <ac:chgData name="Sandeep Deepu" userId="0d5a3f2f5406f5aa" providerId="LiveId" clId="{E9BBBE37-DC8A-4556-ADD1-3E38661986AF}" dt="2026-03-11T13:18:30.130" v="3258"/>
          <ac:spMkLst>
            <pc:docMk/>
            <pc:sldMk cId="1197238708" sldId="265"/>
            <ac:spMk id="3" creationId="{0C1794ED-47F9-508A-CFBA-F769BCCDA00F}"/>
          </ac:spMkLst>
        </pc:spChg>
        <pc:spChg chg="mod">
          <ac:chgData name="Sandeep Deepu" userId="0d5a3f2f5406f5aa" providerId="LiveId" clId="{E9BBBE37-DC8A-4556-ADD1-3E38661986AF}" dt="2026-03-11T13:18:30.130" v="3258"/>
          <ac:spMkLst>
            <pc:docMk/>
            <pc:sldMk cId="1197238708" sldId="265"/>
            <ac:spMk id="4" creationId="{B917A318-65C2-97B7-7CCA-3B6CCDF7CF64}"/>
          </ac:spMkLst>
        </pc:spChg>
        <pc:spChg chg="mod">
          <ac:chgData name="Sandeep Deepu" userId="0d5a3f2f5406f5aa" providerId="LiveId" clId="{E9BBBE37-DC8A-4556-ADD1-3E38661986AF}" dt="2026-03-11T13:18:30.130" v="3258"/>
          <ac:spMkLst>
            <pc:docMk/>
            <pc:sldMk cId="1197238708" sldId="265"/>
            <ac:spMk id="5" creationId="{1D9C439E-D6AC-7B24-1636-8D2DC0FD7C2A}"/>
          </ac:spMkLst>
        </pc:spChg>
      </pc:sldChg>
      <pc:sldChg chg="modSp new mod modTransition modAnim">
        <pc:chgData name="Sandeep Deepu" userId="0d5a3f2f5406f5aa" providerId="LiveId" clId="{E9BBBE37-DC8A-4556-ADD1-3E38661986AF}" dt="2026-03-11T13:56:44.392" v="4106"/>
        <pc:sldMkLst>
          <pc:docMk/>
          <pc:sldMk cId="118510655" sldId="266"/>
        </pc:sldMkLst>
        <pc:spChg chg="mod">
          <ac:chgData name="Sandeep Deepu" userId="0d5a3f2f5406f5aa" providerId="LiveId" clId="{E9BBBE37-DC8A-4556-ADD1-3E38661986AF}" dt="2026-03-11T13:18:30.130" v="3258"/>
          <ac:spMkLst>
            <pc:docMk/>
            <pc:sldMk cId="118510655" sldId="266"/>
            <ac:spMk id="2" creationId="{F0965F31-CFF0-9A7E-1818-72F0E72A535D}"/>
          </ac:spMkLst>
        </pc:spChg>
        <pc:spChg chg="mod">
          <ac:chgData name="Sandeep Deepu" userId="0d5a3f2f5406f5aa" providerId="LiveId" clId="{E9BBBE37-DC8A-4556-ADD1-3E38661986AF}" dt="2026-03-11T13:18:30.130" v="3258"/>
          <ac:spMkLst>
            <pc:docMk/>
            <pc:sldMk cId="118510655" sldId="266"/>
            <ac:spMk id="3" creationId="{413AEE9D-DAD7-FDFD-4C40-7352C2B8E822}"/>
          </ac:spMkLst>
        </pc:spChg>
        <pc:spChg chg="mod">
          <ac:chgData name="Sandeep Deepu" userId="0d5a3f2f5406f5aa" providerId="LiveId" clId="{E9BBBE37-DC8A-4556-ADD1-3E38661986AF}" dt="2026-03-11T13:18:30.130" v="3258"/>
          <ac:spMkLst>
            <pc:docMk/>
            <pc:sldMk cId="118510655" sldId="266"/>
            <ac:spMk id="4" creationId="{F3C21086-B2C4-D4B8-8BAB-534777FC079A}"/>
          </ac:spMkLst>
        </pc:spChg>
        <pc:spChg chg="mod">
          <ac:chgData name="Sandeep Deepu" userId="0d5a3f2f5406f5aa" providerId="LiveId" clId="{E9BBBE37-DC8A-4556-ADD1-3E38661986AF}" dt="2026-03-11T13:18:30.130" v="3258"/>
          <ac:spMkLst>
            <pc:docMk/>
            <pc:sldMk cId="118510655" sldId="266"/>
            <ac:spMk id="5" creationId="{FD6756FE-C25A-DDAD-FDC6-254FF56E8D24}"/>
          </ac:spMkLst>
        </pc:spChg>
      </pc:sldChg>
      <pc:sldChg chg="new del">
        <pc:chgData name="Sandeep Deepu" userId="0d5a3f2f5406f5aa" providerId="LiveId" clId="{E9BBBE37-DC8A-4556-ADD1-3E38661986AF}" dt="2026-03-11T12:49:45.814" v="2828" actId="680"/>
        <pc:sldMkLst>
          <pc:docMk/>
          <pc:sldMk cId="767057185" sldId="267"/>
        </pc:sldMkLst>
      </pc:sldChg>
      <pc:sldChg chg="addSp delSp modSp new mod modTransition modAnim">
        <pc:chgData name="Sandeep Deepu" userId="0d5a3f2f5406f5aa" providerId="LiveId" clId="{E9BBBE37-DC8A-4556-ADD1-3E38661986AF}" dt="2026-03-11T13:56:47.775" v="4108"/>
        <pc:sldMkLst>
          <pc:docMk/>
          <pc:sldMk cId="1803897070" sldId="267"/>
        </pc:sldMkLst>
        <pc:spChg chg="mod">
          <ac:chgData name="Sandeep Deepu" userId="0d5a3f2f5406f5aa" providerId="LiveId" clId="{E9BBBE37-DC8A-4556-ADD1-3E38661986AF}" dt="2026-03-11T13:15:42.418" v="3247"/>
          <ac:spMkLst>
            <pc:docMk/>
            <pc:sldMk cId="1803897070" sldId="267"/>
            <ac:spMk id="2" creationId="{61796B07-4678-A931-3586-1BD717AAB30E}"/>
          </ac:spMkLst>
        </pc:spChg>
        <pc:spChg chg="mod">
          <ac:chgData name="Sandeep Deepu" userId="0d5a3f2f5406f5aa" providerId="LiveId" clId="{E9BBBE37-DC8A-4556-ADD1-3E38661986AF}" dt="2026-03-11T13:15:42.418" v="3247"/>
          <ac:spMkLst>
            <pc:docMk/>
            <pc:sldMk cId="1803897070" sldId="267"/>
            <ac:spMk id="3" creationId="{0058D2F4-F968-D659-2ED8-312E05072E28}"/>
          </ac:spMkLst>
        </pc:spChg>
        <pc:graphicFrameChg chg="add del mod modGraphic">
          <ac:chgData name="Sandeep Deepu" userId="0d5a3f2f5406f5aa" providerId="LiveId" clId="{E9BBBE37-DC8A-4556-ADD1-3E38661986AF}" dt="2026-03-11T12:51:40.156" v="2833" actId="3680"/>
          <ac:graphicFrameMkLst>
            <pc:docMk/>
            <pc:sldMk cId="1803897070" sldId="267"/>
            <ac:graphicFrameMk id="4" creationId="{D881ADFD-B315-CF54-FCE7-85D37D2EE24B}"/>
          </ac:graphicFrameMkLst>
        </pc:graphicFrameChg>
        <pc:graphicFrameChg chg="add mod modGraphic">
          <ac:chgData name="Sandeep Deepu" userId="0d5a3f2f5406f5aa" providerId="LiveId" clId="{E9BBBE37-DC8A-4556-ADD1-3E38661986AF}" dt="2026-03-11T13:17:08.329" v="3256" actId="14100"/>
          <ac:graphicFrameMkLst>
            <pc:docMk/>
            <pc:sldMk cId="1803897070" sldId="267"/>
            <ac:graphicFrameMk id="5" creationId="{32E99FC5-E182-8FA3-711F-0245F2FEC5BD}"/>
          </ac:graphicFrameMkLst>
        </pc:graphicFrameChg>
      </pc:sldChg>
      <pc:sldChg chg="modSp new mod modTransition modAnim">
        <pc:chgData name="Sandeep Deepu" userId="0d5a3f2f5406f5aa" providerId="LiveId" clId="{E9BBBE37-DC8A-4556-ADD1-3E38661986AF}" dt="2026-03-11T13:53:42.166" v="4094"/>
        <pc:sldMkLst>
          <pc:docMk/>
          <pc:sldMk cId="1157635149" sldId="268"/>
        </pc:sldMkLst>
        <pc:spChg chg="mod">
          <ac:chgData name="Sandeep Deepu" userId="0d5a3f2f5406f5aa" providerId="LiveId" clId="{E9BBBE37-DC8A-4556-ADD1-3E38661986AF}" dt="2026-03-11T13:26:21.333" v="3730"/>
          <ac:spMkLst>
            <pc:docMk/>
            <pc:sldMk cId="1157635149" sldId="268"/>
            <ac:spMk id="2" creationId="{0FBF40A9-4AD1-FE11-1001-06824269A202}"/>
          </ac:spMkLst>
        </pc:spChg>
        <pc:spChg chg="mod">
          <ac:chgData name="Sandeep Deepu" userId="0d5a3f2f5406f5aa" providerId="LiveId" clId="{E9BBBE37-DC8A-4556-ADD1-3E38661986AF}" dt="2026-03-11T13:26:21.333" v="3730"/>
          <ac:spMkLst>
            <pc:docMk/>
            <pc:sldMk cId="1157635149" sldId="268"/>
            <ac:spMk id="3" creationId="{FB9973F8-C2C1-E817-8240-0CC50EBBC4BD}"/>
          </ac:spMkLst>
        </pc:spChg>
        <pc:spChg chg="mod">
          <ac:chgData name="Sandeep Deepu" userId="0d5a3f2f5406f5aa" providerId="LiveId" clId="{E9BBBE37-DC8A-4556-ADD1-3E38661986AF}" dt="2026-03-11T13:26:21.333" v="3730"/>
          <ac:spMkLst>
            <pc:docMk/>
            <pc:sldMk cId="1157635149" sldId="268"/>
            <ac:spMk id="4" creationId="{84F448D9-5895-9CAE-5DF3-898E2B0D875E}"/>
          </ac:spMkLst>
        </pc:spChg>
        <pc:spChg chg="mod">
          <ac:chgData name="Sandeep Deepu" userId="0d5a3f2f5406f5aa" providerId="LiveId" clId="{E9BBBE37-DC8A-4556-ADD1-3E38661986AF}" dt="2026-03-11T13:26:21.333" v="3730"/>
          <ac:spMkLst>
            <pc:docMk/>
            <pc:sldMk cId="1157635149" sldId="268"/>
            <ac:spMk id="5" creationId="{87E76F09-0E53-BF8A-284C-BCF7F9D1B8D2}"/>
          </ac:spMkLst>
        </pc:spChg>
      </pc:sldChg>
      <pc:sldChg chg="new del">
        <pc:chgData name="Sandeep Deepu" userId="0d5a3f2f5406f5aa" providerId="LiveId" clId="{E9BBBE37-DC8A-4556-ADD1-3E38661986AF}" dt="2026-03-11T13:14:02.569" v="3240" actId="47"/>
        <pc:sldMkLst>
          <pc:docMk/>
          <pc:sldMk cId="3984202238" sldId="268"/>
        </pc:sldMkLst>
      </pc:sldChg>
      <pc:sldChg chg="modSp new mod modTransition modAnim">
        <pc:chgData name="Sandeep Deepu" userId="0d5a3f2f5406f5aa" providerId="LiveId" clId="{E9BBBE37-DC8A-4556-ADD1-3E38661986AF}" dt="2026-03-11T13:54:28.477" v="4099"/>
        <pc:sldMkLst>
          <pc:docMk/>
          <pc:sldMk cId="3182579237" sldId="269"/>
        </pc:sldMkLst>
        <pc:spChg chg="mod">
          <ac:chgData name="Sandeep Deepu" userId="0d5a3f2f5406f5aa" providerId="LiveId" clId="{E9BBBE37-DC8A-4556-ADD1-3E38661986AF}" dt="2026-03-11T13:31:34.601" v="3983" actId="114"/>
          <ac:spMkLst>
            <pc:docMk/>
            <pc:sldMk cId="3182579237" sldId="269"/>
            <ac:spMk id="2" creationId="{651D2404-E130-FFC7-FC23-BAC2D3D6FCD0}"/>
          </ac:spMkLst>
        </pc:spChg>
        <pc:spChg chg="mod">
          <ac:chgData name="Sandeep Deepu" userId="0d5a3f2f5406f5aa" providerId="LiveId" clId="{E9BBBE37-DC8A-4556-ADD1-3E38661986AF}" dt="2026-03-11T13:30:57.181" v="3977" actId="403"/>
          <ac:spMkLst>
            <pc:docMk/>
            <pc:sldMk cId="3182579237" sldId="269"/>
            <ac:spMk id="3" creationId="{1DD4C7C4-8B05-6D11-9FCF-6A31935CC984}"/>
          </ac:spMkLst>
        </pc:spChg>
        <pc:spChg chg="mod">
          <ac:chgData name="Sandeep Deepu" userId="0d5a3f2f5406f5aa" providerId="LiveId" clId="{E9BBBE37-DC8A-4556-ADD1-3E38661986AF}" dt="2026-03-11T13:27:07.310" v="3731"/>
          <ac:spMkLst>
            <pc:docMk/>
            <pc:sldMk cId="3182579237" sldId="269"/>
            <ac:spMk id="4" creationId="{A0A0AC6A-E3C8-B13B-1D2B-F9B95F67CCA6}"/>
          </ac:spMkLst>
        </pc:spChg>
        <pc:spChg chg="mod">
          <ac:chgData name="Sandeep Deepu" userId="0d5a3f2f5406f5aa" providerId="LiveId" clId="{E9BBBE37-DC8A-4556-ADD1-3E38661986AF}" dt="2026-03-11T13:27:07.310" v="3731"/>
          <ac:spMkLst>
            <pc:docMk/>
            <pc:sldMk cId="3182579237" sldId="269"/>
            <ac:spMk id="5" creationId="{3761BDA4-5997-11A8-EE70-438BB4C17F8F}"/>
          </ac:spMkLst>
        </pc:spChg>
      </pc:sldChg>
      <pc:sldChg chg="delSp modSp new mod modTransition">
        <pc:chgData name="Sandeep Deepu" userId="0d5a3f2f5406f5aa" providerId="LiveId" clId="{E9BBBE37-DC8A-4556-ADD1-3E38661986AF}" dt="2026-03-11T14:05:52.441" v="4138"/>
        <pc:sldMkLst>
          <pc:docMk/>
          <pc:sldMk cId="1373569139" sldId="270"/>
        </pc:sldMkLst>
        <pc:spChg chg="mod">
          <ac:chgData name="Sandeep Deepu" userId="0d5a3f2f5406f5aa" providerId="LiveId" clId="{E9BBBE37-DC8A-4556-ADD1-3E38661986AF}" dt="2026-03-11T14:05:13.699" v="4137" actId="5793"/>
          <ac:spMkLst>
            <pc:docMk/>
            <pc:sldMk cId="1373569139" sldId="270"/>
            <ac:spMk id="2" creationId="{E17F5BA1-AA6F-6189-B097-035DF0884CCC}"/>
          </ac:spMkLst>
        </pc:spChg>
        <pc:spChg chg="del mod">
          <ac:chgData name="Sandeep Deepu" userId="0d5a3f2f5406f5aa" providerId="LiveId" clId="{E9BBBE37-DC8A-4556-ADD1-3E38661986AF}" dt="2026-03-11T14:04:37.298" v="4116" actId="478"/>
          <ac:spMkLst>
            <pc:docMk/>
            <pc:sldMk cId="1373569139" sldId="270"/>
            <ac:spMk id="3" creationId="{C10FCFE2-F7CC-6153-90ED-EDD5F5555C5C}"/>
          </ac:spMkLst>
        </pc:spChg>
        <pc:spChg chg="mod">
          <ac:chgData name="Sandeep Deepu" userId="0d5a3f2f5406f5aa" providerId="LiveId" clId="{E9BBBE37-DC8A-4556-ADD1-3E38661986AF}" dt="2026-03-11T14:04:31.779" v="4115"/>
          <ac:spMkLst>
            <pc:docMk/>
            <pc:sldMk cId="1373569139" sldId="270"/>
            <ac:spMk id="4" creationId="{F1EE71A7-E500-7F56-C8A6-2F14E1531966}"/>
          </ac:spMkLst>
        </pc:spChg>
        <pc:spChg chg="mod">
          <ac:chgData name="Sandeep Deepu" userId="0d5a3f2f5406f5aa" providerId="LiveId" clId="{E9BBBE37-DC8A-4556-ADD1-3E38661986AF}" dt="2026-03-11T14:04:31.779" v="4115"/>
          <ac:spMkLst>
            <pc:docMk/>
            <pc:sldMk cId="1373569139" sldId="270"/>
            <ac:spMk id="5" creationId="{70227C53-90B0-8A32-3DC2-AB9D54BF9275}"/>
          </ac:spMkLst>
        </pc:spChg>
      </pc:sldChg>
    </pc:docChg>
  </pc:docChgLst>
</pc:chgInfo>
</file>

<file path=ppt/ink/ink1.xml><?xml version="1.0" encoding="utf-8"?>
<inkml:ink xmlns:inkml="http://www.w3.org/2003/InkML">
  <inkml:definitions>
    <inkml:context xml:id="ctx0">
      <inkml:inkSource xml:id="inkSrc0">
        <inkml:traceFormat>
          <inkml:channel name="X" type="integer" max="1920" units="cm"/>
          <inkml:channel name="Y" type="integer" max="1200" units="cm"/>
          <inkml:channel name="T" type="integer" max="2.14748E9" units="dev"/>
        </inkml:traceFormat>
        <inkml:channelProperties>
          <inkml:channelProperty channel="X" name="resolution" value="55.81395" units="1/cm"/>
          <inkml:channelProperty channel="Y" name="resolution" value="55.81395" units="1/cm"/>
          <inkml:channelProperty channel="T" name="resolution" value="1" units="1/dev"/>
        </inkml:channelProperties>
      </inkml:inkSource>
      <inkml:timestamp xml:id="ts0" timeString="2026-03-08T10:38:15.170"/>
    </inkml:context>
    <inkml:brush xml:id="br0">
      <inkml:brushProperty name="width" value="0.05292" units="cm"/>
      <inkml:brushProperty name="height" value="0.05292" units="cm"/>
      <inkml:brushProperty name="color" value="#FF0000"/>
    </inkml:brush>
  </inkml:definitions>
  <inkml:trace contextRef="#ctx0" brushRef="#br0">4392 16245 0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E1545B-EE03-4F1C-ABA5-56AE8A43D421}" type="datetimeFigureOut">
              <a:rPr lang="en-IN" smtClean="0"/>
              <a:t>11-03-2026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5CAD20-85B9-4DE8-B934-7B5BC45EE94B}" type="slidenum">
              <a:rPr lang="en-IN" smtClean="0"/>
              <a:t>‹#›</a:t>
            </a:fld>
            <a:endParaRPr lang="en-IN"/>
          </a:p>
        </p:txBody>
      </p:sp>
    </p:spTree>
    <p:extLst>
      <p:ext uri="{BB962C8B-B14F-4D97-AF65-F5344CB8AC3E}">
        <p14:creationId xmlns:p14="http://schemas.microsoft.com/office/powerpoint/2010/main" val="2733541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5CAD20-85B9-4DE8-B934-7B5BC45EE94B}" type="slidenum">
              <a:rPr lang="en-IN" smtClean="0"/>
              <a:t>1</a:t>
            </a:fld>
            <a:endParaRPr lang="en-IN"/>
          </a:p>
        </p:txBody>
      </p:sp>
    </p:spTree>
    <p:extLst>
      <p:ext uri="{BB962C8B-B14F-4D97-AF65-F5344CB8AC3E}">
        <p14:creationId xmlns:p14="http://schemas.microsoft.com/office/powerpoint/2010/main" val="17119944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E393C6B-80E6-4126-940C-5F04E06D8E8C}"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24978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0CF436-96D0-4709-8B13-30F6BD093442}"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4199824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81567D6-1D0E-49EA-B863-70DD0A47AC35}"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94107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E3B535F-C9C1-4848-9556-7B5BEDFEC992}" type="datetime1">
              <a:rPr lang="en-IN" smtClean="0"/>
              <a:t>11-03-2026</a:t>
            </a:fld>
            <a:endParaRPr lang="en-IN"/>
          </a:p>
        </p:txBody>
      </p:sp>
      <p:sp>
        <p:nvSpPr>
          <p:cNvPr id="6" name="Footer Placeholder 5"/>
          <p:cNvSpPr>
            <a:spLocks noGrp="1"/>
          </p:cNvSpPr>
          <p:nvPr>
            <p:ph type="ftr" sz="quarter" idx="11"/>
          </p:nvPr>
        </p:nvSpPr>
        <p:spPr/>
        <p:txBody>
          <a:bodyPr/>
          <a:lstStyle/>
          <a:p>
            <a:r>
              <a:rPr lang="en-IN"/>
              <a:t>Athor by Sandeep</a:t>
            </a:r>
          </a:p>
        </p:txBody>
      </p:sp>
      <p:sp>
        <p:nvSpPr>
          <p:cNvPr id="7" name="Slide Number Placeholder 6"/>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9680345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3AF4036-DEDD-4950-ABA4-B5BF8C42F096}" type="datetime1">
              <a:rPr lang="en-IN" smtClean="0"/>
              <a:t>11-03-2026</a:t>
            </a:fld>
            <a:endParaRPr lang="en-IN"/>
          </a:p>
        </p:txBody>
      </p:sp>
      <p:sp>
        <p:nvSpPr>
          <p:cNvPr id="8" name="Footer Placeholder 7"/>
          <p:cNvSpPr>
            <a:spLocks noGrp="1"/>
          </p:cNvSpPr>
          <p:nvPr>
            <p:ph type="ftr" sz="quarter" idx="11"/>
          </p:nvPr>
        </p:nvSpPr>
        <p:spPr/>
        <p:txBody>
          <a:bodyPr/>
          <a:lstStyle/>
          <a:p>
            <a:r>
              <a:rPr lang="en-IN"/>
              <a:t>Athor by Sandeep</a:t>
            </a:r>
          </a:p>
        </p:txBody>
      </p:sp>
      <p:sp>
        <p:nvSpPr>
          <p:cNvPr id="9" name="Slide Number Placeholder 8"/>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19817397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A7842F2-7DAD-44B7-A2D8-0F0F0E7B3B24}" type="datetime1">
              <a:rPr lang="en-IN" smtClean="0"/>
              <a:t>11-03-2026</a:t>
            </a:fld>
            <a:endParaRPr lang="en-IN"/>
          </a:p>
        </p:txBody>
      </p:sp>
      <p:sp>
        <p:nvSpPr>
          <p:cNvPr id="4" name="Footer Placeholder 3"/>
          <p:cNvSpPr>
            <a:spLocks noGrp="1"/>
          </p:cNvSpPr>
          <p:nvPr>
            <p:ph type="ftr" sz="quarter" idx="11"/>
          </p:nvPr>
        </p:nvSpPr>
        <p:spPr/>
        <p:txBody>
          <a:bodyPr/>
          <a:lstStyle/>
          <a:p>
            <a:r>
              <a:rPr lang="en-IN"/>
              <a:t>Athor by Sandeep</a:t>
            </a:r>
          </a:p>
        </p:txBody>
      </p:sp>
      <p:sp>
        <p:nvSpPr>
          <p:cNvPr id="5" name="Slide Number Placeholder 4"/>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10337312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38181F8-83A6-450F-99F5-55DAE9C4F220}" type="datetime1">
              <a:rPr lang="en-IN" smtClean="0"/>
              <a:t>11-03-2026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IN"/>
              <a:t>Athor by Sandeep</a:t>
            </a:r>
          </a:p>
        </p:txBody>
      </p:sp>
      <p:sp>
        <p:nvSpPr>
          <p:cNvPr id="9" name="Slide Number Placeholder 8"/>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307982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A6EFD394-2529-4EBE-87EA-06DF5D1DB335}" type="datetime1">
              <a:rPr lang="en-IN" smtClean="0"/>
              <a:t>11-03-2026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IN"/>
              <a:t>Athor by Sandeep</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7827676-89B8-4E8C-879B-AC14EC1FD9F0}" type="slidenum">
              <a:rPr lang="en-IN" smtClean="0"/>
              <a:t>‹#›</a:t>
            </a:fld>
            <a:endParaRPr lang="en-IN"/>
          </a:p>
        </p:txBody>
      </p:sp>
    </p:spTree>
    <p:extLst>
      <p:ext uri="{BB962C8B-B14F-4D97-AF65-F5344CB8AC3E}">
        <p14:creationId xmlns:p14="http://schemas.microsoft.com/office/powerpoint/2010/main" val="12421157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6DBD18B-7C22-4414-9812-F70D0EF81B27}" type="datetime1">
              <a:rPr lang="en-IN" smtClean="0"/>
              <a:t>11-03-2026</a:t>
            </a:fld>
            <a:endParaRPr lang="en-IN"/>
          </a:p>
        </p:txBody>
      </p:sp>
      <p:sp>
        <p:nvSpPr>
          <p:cNvPr id="6" name="Footer Placeholder 5"/>
          <p:cNvSpPr>
            <a:spLocks noGrp="1"/>
          </p:cNvSpPr>
          <p:nvPr>
            <p:ph type="ftr" sz="quarter" idx="11"/>
          </p:nvPr>
        </p:nvSpPr>
        <p:spPr/>
        <p:txBody>
          <a:bodyPr/>
          <a:lstStyle/>
          <a:p>
            <a:r>
              <a:rPr lang="en-IN"/>
              <a:t>Athor by Sandeep</a:t>
            </a:r>
          </a:p>
        </p:txBody>
      </p:sp>
      <p:sp>
        <p:nvSpPr>
          <p:cNvPr id="7" name="Slide Number Placeholder 6"/>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2420847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E606CC-A11A-4B45-8F53-604A868E9C84}"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13734487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12021E-A356-4117-9350-2DBEFD7A3B78}"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29176222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E393C6B-80E6-4126-940C-5F04E06D8E8C}"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26069032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0CF436-96D0-4709-8B13-30F6BD093442}"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5687200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81567D6-1D0E-49EA-B863-70DD0A47AC35}"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11004188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E3B535F-C9C1-4848-9556-7B5BEDFEC992}" type="datetime1">
              <a:rPr lang="en-IN" smtClean="0"/>
              <a:t>11-03-2026</a:t>
            </a:fld>
            <a:endParaRPr lang="en-IN"/>
          </a:p>
        </p:txBody>
      </p:sp>
      <p:sp>
        <p:nvSpPr>
          <p:cNvPr id="6" name="Footer Placeholder 5"/>
          <p:cNvSpPr>
            <a:spLocks noGrp="1"/>
          </p:cNvSpPr>
          <p:nvPr>
            <p:ph type="ftr" sz="quarter" idx="11"/>
          </p:nvPr>
        </p:nvSpPr>
        <p:spPr/>
        <p:txBody>
          <a:bodyPr/>
          <a:lstStyle/>
          <a:p>
            <a:r>
              <a:rPr lang="en-IN"/>
              <a:t>Athor by Sandeep</a:t>
            </a:r>
          </a:p>
        </p:txBody>
      </p:sp>
      <p:sp>
        <p:nvSpPr>
          <p:cNvPr id="7" name="Slide Number Placeholder 6"/>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11508032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3AF4036-DEDD-4950-ABA4-B5BF8C42F096}" type="datetime1">
              <a:rPr lang="en-IN" smtClean="0"/>
              <a:t>11-03-2026</a:t>
            </a:fld>
            <a:endParaRPr lang="en-IN"/>
          </a:p>
        </p:txBody>
      </p:sp>
      <p:sp>
        <p:nvSpPr>
          <p:cNvPr id="8" name="Footer Placeholder 7"/>
          <p:cNvSpPr>
            <a:spLocks noGrp="1"/>
          </p:cNvSpPr>
          <p:nvPr>
            <p:ph type="ftr" sz="quarter" idx="11"/>
          </p:nvPr>
        </p:nvSpPr>
        <p:spPr/>
        <p:txBody>
          <a:bodyPr/>
          <a:lstStyle/>
          <a:p>
            <a:r>
              <a:rPr lang="en-IN"/>
              <a:t>Athor by Sandeep</a:t>
            </a:r>
          </a:p>
        </p:txBody>
      </p:sp>
      <p:sp>
        <p:nvSpPr>
          <p:cNvPr id="9" name="Slide Number Placeholder 8"/>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21134533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A7842F2-7DAD-44B7-A2D8-0F0F0E7B3B24}" type="datetime1">
              <a:rPr lang="en-IN" smtClean="0"/>
              <a:t>11-03-2026</a:t>
            </a:fld>
            <a:endParaRPr lang="en-IN"/>
          </a:p>
        </p:txBody>
      </p:sp>
      <p:sp>
        <p:nvSpPr>
          <p:cNvPr id="4" name="Footer Placeholder 3"/>
          <p:cNvSpPr>
            <a:spLocks noGrp="1"/>
          </p:cNvSpPr>
          <p:nvPr>
            <p:ph type="ftr" sz="quarter" idx="11"/>
          </p:nvPr>
        </p:nvSpPr>
        <p:spPr/>
        <p:txBody>
          <a:bodyPr/>
          <a:lstStyle/>
          <a:p>
            <a:r>
              <a:rPr lang="en-IN"/>
              <a:t>Athor by Sandeep</a:t>
            </a:r>
          </a:p>
        </p:txBody>
      </p:sp>
      <p:sp>
        <p:nvSpPr>
          <p:cNvPr id="5" name="Slide Number Placeholder 4"/>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11377779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8181F8-83A6-450F-99F5-55DAE9C4F220}" type="datetime1">
              <a:rPr lang="en-IN" smtClean="0"/>
              <a:t>11-03-2026</a:t>
            </a:fld>
            <a:endParaRPr lang="en-IN"/>
          </a:p>
        </p:txBody>
      </p:sp>
      <p:sp>
        <p:nvSpPr>
          <p:cNvPr id="3" name="Footer Placeholder 2"/>
          <p:cNvSpPr>
            <a:spLocks noGrp="1"/>
          </p:cNvSpPr>
          <p:nvPr>
            <p:ph type="ftr" sz="quarter" idx="11"/>
          </p:nvPr>
        </p:nvSpPr>
        <p:spPr/>
        <p:txBody>
          <a:bodyPr/>
          <a:lstStyle/>
          <a:p>
            <a:r>
              <a:rPr lang="en-IN"/>
              <a:t>Athor by Sandeep</a:t>
            </a:r>
          </a:p>
        </p:txBody>
      </p:sp>
      <p:sp>
        <p:nvSpPr>
          <p:cNvPr id="4" name="Slide Number Placeholder 3"/>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18002953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6EFD394-2529-4EBE-87EA-06DF5D1DB335}" type="datetime1">
              <a:rPr lang="en-IN" smtClean="0"/>
              <a:t>11-03-2026</a:t>
            </a:fld>
            <a:endParaRPr lang="en-IN"/>
          </a:p>
        </p:txBody>
      </p:sp>
      <p:sp>
        <p:nvSpPr>
          <p:cNvPr id="6" name="Footer Placeholder 5"/>
          <p:cNvSpPr>
            <a:spLocks noGrp="1"/>
          </p:cNvSpPr>
          <p:nvPr>
            <p:ph type="ftr" sz="quarter" idx="11"/>
          </p:nvPr>
        </p:nvSpPr>
        <p:spPr/>
        <p:txBody>
          <a:bodyPr/>
          <a:lstStyle/>
          <a:p>
            <a:r>
              <a:rPr lang="en-IN"/>
              <a:t>Athor by Sandeep</a:t>
            </a:r>
          </a:p>
        </p:txBody>
      </p:sp>
      <p:sp>
        <p:nvSpPr>
          <p:cNvPr id="7" name="Slide Number Placeholder 6"/>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35643626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6DBD18B-7C22-4414-9812-F70D0EF81B27}" type="datetime1">
              <a:rPr lang="en-IN" smtClean="0"/>
              <a:t>11-03-2026</a:t>
            </a:fld>
            <a:endParaRPr lang="en-IN"/>
          </a:p>
        </p:txBody>
      </p:sp>
      <p:sp>
        <p:nvSpPr>
          <p:cNvPr id="6" name="Footer Placeholder 5"/>
          <p:cNvSpPr>
            <a:spLocks noGrp="1"/>
          </p:cNvSpPr>
          <p:nvPr>
            <p:ph type="ftr" sz="quarter" idx="11"/>
          </p:nvPr>
        </p:nvSpPr>
        <p:spPr/>
        <p:txBody>
          <a:bodyPr/>
          <a:lstStyle/>
          <a:p>
            <a:r>
              <a:rPr lang="en-IN"/>
              <a:t>Athor by Sandeep</a:t>
            </a:r>
          </a:p>
        </p:txBody>
      </p:sp>
      <p:sp>
        <p:nvSpPr>
          <p:cNvPr id="7" name="Slide Number Placeholder 6"/>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20050953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8D0E085-A01A-47F4-8713-A4BE1E6E9D04}"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12841334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BBE236B-12CE-4A50-A9FF-33869E511D70}"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36094700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E40A05-009A-42B6-B452-8F4F3E475C91}"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1546703829"/>
      </p:ext>
    </p:extLst>
  </p:cSld>
  <p:clrMapOvr>
    <a:masterClrMapping/>
  </p:clrMapOvr>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E40A05-009A-42B6-B452-8F4F3E475C91}"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581253645"/>
      </p:ext>
    </p:extLst>
  </p:cSld>
  <p:clrMapOvr>
    <a:masterClrMapping/>
  </p:clrMapOvr>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E40A05-009A-42B6-B452-8F4F3E475C91}"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1042378110"/>
      </p:ext>
    </p:extLst>
  </p:cSld>
  <p:clrMapOvr>
    <a:masterClrMapping/>
  </p:clrMapOvr>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E606CC-A11A-4B45-8F53-604A868E9C84}"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411718231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12021E-A356-4117-9350-2DBEFD7A3B78}"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185338994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6E393C6B-80E6-4126-940C-5F04E06D8E8C}" type="datetime1">
              <a:rPr lang="en-IN" smtClean="0"/>
              <a:t>11-03-2026</a:t>
            </a:fld>
            <a:endParaRPr lang="en-IN"/>
          </a:p>
        </p:txBody>
      </p:sp>
      <p:sp>
        <p:nvSpPr>
          <p:cNvPr id="5" name="Footer Placeholder 4"/>
          <p:cNvSpPr>
            <a:spLocks noGrp="1"/>
          </p:cNvSpPr>
          <p:nvPr>
            <p:ph type="ftr" sz="quarter" idx="11"/>
          </p:nvPr>
        </p:nvSpPr>
        <p:spPr>
          <a:xfrm>
            <a:off x="2692397" y="5037663"/>
            <a:ext cx="5214635" cy="279400"/>
          </a:xfrm>
        </p:spPr>
        <p:txBody>
          <a:bodyPr/>
          <a:lstStyle/>
          <a:p>
            <a:r>
              <a:rPr lang="en-IN"/>
              <a:t>Athor by Sandeep</a:t>
            </a:r>
          </a:p>
        </p:txBody>
      </p:sp>
      <p:sp>
        <p:nvSpPr>
          <p:cNvPr id="6" name="Slide Number Placeholder 5"/>
          <p:cNvSpPr>
            <a:spLocks noGrp="1"/>
          </p:cNvSpPr>
          <p:nvPr>
            <p:ph type="sldNum" sz="quarter" idx="12"/>
          </p:nvPr>
        </p:nvSpPr>
        <p:spPr>
          <a:xfrm>
            <a:off x="8956900" y="5037663"/>
            <a:ext cx="551167" cy="279400"/>
          </a:xfrm>
        </p:spPr>
        <p:txBody>
          <a:bodyPr/>
          <a:lstStyle/>
          <a:p>
            <a:fld id="{B7827676-89B8-4E8C-879B-AC14EC1FD9F0}"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81207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0CF436-96D0-4709-8B13-30F6BD093442}"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39865203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81567D6-1D0E-49EA-B863-70DD0A47AC35}"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5649357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E3B535F-C9C1-4848-9556-7B5BEDFEC992}" type="datetime1">
              <a:rPr lang="en-IN" smtClean="0"/>
              <a:t>11-03-2026</a:t>
            </a:fld>
            <a:endParaRPr lang="en-IN"/>
          </a:p>
        </p:txBody>
      </p:sp>
      <p:sp>
        <p:nvSpPr>
          <p:cNvPr id="6" name="Footer Placeholder 5"/>
          <p:cNvSpPr>
            <a:spLocks noGrp="1"/>
          </p:cNvSpPr>
          <p:nvPr>
            <p:ph type="ftr" sz="quarter" idx="11"/>
          </p:nvPr>
        </p:nvSpPr>
        <p:spPr/>
        <p:txBody>
          <a:bodyPr/>
          <a:lstStyle/>
          <a:p>
            <a:r>
              <a:rPr lang="en-IN"/>
              <a:t>Athor by Sandeep</a:t>
            </a:r>
          </a:p>
        </p:txBody>
      </p:sp>
      <p:sp>
        <p:nvSpPr>
          <p:cNvPr id="7" name="Slide Number Placeholder 6"/>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291538956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3AF4036-DEDD-4950-ABA4-B5BF8C42F096}" type="datetime1">
              <a:rPr lang="en-IN" smtClean="0"/>
              <a:t>11-03-2026</a:t>
            </a:fld>
            <a:endParaRPr lang="en-IN"/>
          </a:p>
        </p:txBody>
      </p:sp>
      <p:sp>
        <p:nvSpPr>
          <p:cNvPr id="8" name="Footer Placeholder 7"/>
          <p:cNvSpPr>
            <a:spLocks noGrp="1"/>
          </p:cNvSpPr>
          <p:nvPr>
            <p:ph type="ftr" sz="quarter" idx="11"/>
          </p:nvPr>
        </p:nvSpPr>
        <p:spPr/>
        <p:txBody>
          <a:bodyPr/>
          <a:lstStyle/>
          <a:p>
            <a:r>
              <a:rPr lang="en-IN"/>
              <a:t>Athor by Sandeep</a:t>
            </a:r>
          </a:p>
        </p:txBody>
      </p:sp>
      <p:sp>
        <p:nvSpPr>
          <p:cNvPr id="9" name="Slide Number Placeholder 8"/>
          <p:cNvSpPr>
            <a:spLocks noGrp="1"/>
          </p:cNvSpPr>
          <p:nvPr>
            <p:ph type="sldNum" sz="quarter" idx="12"/>
          </p:nvPr>
        </p:nvSpPr>
        <p:spPr/>
        <p:txBody>
          <a:bodyPr/>
          <a:lstStyle/>
          <a:p>
            <a:fld id="{B7827676-89B8-4E8C-879B-AC14EC1FD9F0}"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4533896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A7842F2-7DAD-44B7-A2D8-0F0F0E7B3B24}" type="datetime1">
              <a:rPr lang="en-IN" smtClean="0"/>
              <a:t>11-03-2026</a:t>
            </a:fld>
            <a:endParaRPr lang="en-IN"/>
          </a:p>
        </p:txBody>
      </p:sp>
      <p:sp>
        <p:nvSpPr>
          <p:cNvPr id="4" name="Footer Placeholder 3"/>
          <p:cNvSpPr>
            <a:spLocks noGrp="1"/>
          </p:cNvSpPr>
          <p:nvPr>
            <p:ph type="ftr" sz="quarter" idx="11"/>
          </p:nvPr>
        </p:nvSpPr>
        <p:spPr/>
        <p:txBody>
          <a:bodyPr/>
          <a:lstStyle/>
          <a:p>
            <a:r>
              <a:rPr lang="en-IN"/>
              <a:t>Athor by Sandeep</a:t>
            </a:r>
          </a:p>
        </p:txBody>
      </p:sp>
      <p:sp>
        <p:nvSpPr>
          <p:cNvPr id="5" name="Slide Number Placeholder 4"/>
          <p:cNvSpPr>
            <a:spLocks noGrp="1"/>
          </p:cNvSpPr>
          <p:nvPr>
            <p:ph type="sldNum" sz="quarter" idx="12"/>
          </p:nvPr>
        </p:nvSpPr>
        <p:spPr/>
        <p:txBody>
          <a:bodyPr/>
          <a:lstStyle/>
          <a:p>
            <a:fld id="{B7827676-89B8-4E8C-879B-AC14EC1FD9F0}"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4770531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8181F8-83A6-450F-99F5-55DAE9C4F220}" type="datetime1">
              <a:rPr lang="en-IN" smtClean="0"/>
              <a:t>11-03-2026</a:t>
            </a:fld>
            <a:endParaRPr lang="en-IN"/>
          </a:p>
        </p:txBody>
      </p:sp>
      <p:sp>
        <p:nvSpPr>
          <p:cNvPr id="3" name="Footer Placeholder 2"/>
          <p:cNvSpPr>
            <a:spLocks noGrp="1"/>
          </p:cNvSpPr>
          <p:nvPr>
            <p:ph type="ftr" sz="quarter" idx="11"/>
          </p:nvPr>
        </p:nvSpPr>
        <p:spPr/>
        <p:txBody>
          <a:bodyPr/>
          <a:lstStyle/>
          <a:p>
            <a:r>
              <a:rPr lang="en-IN"/>
              <a:t>Athor by Sandeep</a:t>
            </a:r>
          </a:p>
        </p:txBody>
      </p:sp>
      <p:sp>
        <p:nvSpPr>
          <p:cNvPr id="4" name="Slide Number Placeholder 3"/>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265709133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6EFD394-2529-4EBE-87EA-06DF5D1DB335}" type="datetime1">
              <a:rPr lang="en-IN" smtClean="0"/>
              <a:t>11-03-2026</a:t>
            </a:fld>
            <a:endParaRPr lang="en-IN"/>
          </a:p>
        </p:txBody>
      </p:sp>
      <p:sp>
        <p:nvSpPr>
          <p:cNvPr id="6" name="Footer Placeholder 5"/>
          <p:cNvSpPr>
            <a:spLocks noGrp="1"/>
          </p:cNvSpPr>
          <p:nvPr>
            <p:ph type="ftr" sz="quarter" idx="11"/>
          </p:nvPr>
        </p:nvSpPr>
        <p:spPr/>
        <p:txBody>
          <a:bodyPr/>
          <a:lstStyle/>
          <a:p>
            <a:r>
              <a:rPr lang="en-IN"/>
              <a:t>Athor by Sandeep</a:t>
            </a:r>
          </a:p>
        </p:txBody>
      </p:sp>
      <p:sp>
        <p:nvSpPr>
          <p:cNvPr id="7" name="Slide Number Placeholder 6"/>
          <p:cNvSpPr>
            <a:spLocks noGrp="1"/>
          </p:cNvSpPr>
          <p:nvPr>
            <p:ph type="sldNum" sz="quarter" idx="12"/>
          </p:nvPr>
        </p:nvSpPr>
        <p:spPr/>
        <p:txBody>
          <a:bodyPr/>
          <a:lstStyle/>
          <a:p>
            <a:fld id="{B7827676-89B8-4E8C-879B-AC14EC1FD9F0}"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3824263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6DBD18B-7C22-4414-9812-F70D0EF81B27}" type="datetime1">
              <a:rPr lang="en-IN" smtClean="0"/>
              <a:t>11-03-2026</a:t>
            </a:fld>
            <a:endParaRPr lang="en-IN"/>
          </a:p>
        </p:txBody>
      </p:sp>
      <p:sp>
        <p:nvSpPr>
          <p:cNvPr id="6" name="Footer Placeholder 5"/>
          <p:cNvSpPr>
            <a:spLocks noGrp="1"/>
          </p:cNvSpPr>
          <p:nvPr>
            <p:ph type="ftr" sz="quarter" idx="11"/>
          </p:nvPr>
        </p:nvSpPr>
        <p:spPr/>
        <p:txBody>
          <a:bodyPr/>
          <a:lstStyle/>
          <a:p>
            <a:r>
              <a:rPr lang="en-IN"/>
              <a:t>Athor by Sandeep</a:t>
            </a:r>
          </a:p>
        </p:txBody>
      </p:sp>
      <p:sp>
        <p:nvSpPr>
          <p:cNvPr id="7" name="Slide Number Placeholder 6"/>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62019718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DE40A05-009A-42B6-B452-8F4F3E475C91}" type="datetime1">
              <a:rPr lang="en-IN" smtClean="0"/>
              <a:t>11-03-2026</a:t>
            </a:fld>
            <a:endParaRPr lang="en-IN"/>
          </a:p>
        </p:txBody>
      </p:sp>
      <p:sp>
        <p:nvSpPr>
          <p:cNvPr id="6" name="Footer Placeholder 5"/>
          <p:cNvSpPr>
            <a:spLocks noGrp="1"/>
          </p:cNvSpPr>
          <p:nvPr>
            <p:ph type="ftr" sz="quarter" idx="11"/>
          </p:nvPr>
        </p:nvSpPr>
        <p:spPr/>
        <p:txBody>
          <a:bodyPr/>
          <a:lstStyle/>
          <a:p>
            <a:r>
              <a:rPr lang="en-IN"/>
              <a:t>Athor by Sandeep</a:t>
            </a:r>
          </a:p>
        </p:txBody>
      </p:sp>
      <p:sp>
        <p:nvSpPr>
          <p:cNvPr id="7" name="Slide Number Placeholder 6"/>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3864952501"/>
      </p:ext>
    </p:extLst>
  </p:cSld>
  <p:clrMapOvr>
    <a:masterClrMapping/>
  </p:clrMapOvr>
  <p:hf hd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E40A05-009A-42B6-B452-8F4F3E475C91}"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65740313"/>
      </p:ext>
    </p:extLst>
  </p:cSld>
  <p:clrMapOvr>
    <a:masterClrMapping/>
  </p:clrMapOvr>
  <p:hf hd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E40A05-009A-42B6-B452-8F4F3E475C91}"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46923363"/>
      </p:ext>
    </p:extLst>
  </p:cSld>
  <p:clrMapOvr>
    <a:masterClrMapping/>
  </p:clrMapOvr>
  <p:hf hd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E40A05-009A-42B6-B452-8F4F3E475C91}"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1740976786"/>
      </p:ext>
    </p:extLst>
  </p:cSld>
  <p:clrMapOvr>
    <a:masterClrMapping/>
  </p:clrMapOvr>
  <p:hf hd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E40A05-009A-42B6-B452-8F4F3E475C91}"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25682221"/>
      </p:ext>
    </p:extLst>
  </p:cSld>
  <p:clrMapOvr>
    <a:masterClrMapping/>
  </p:clrMapOvr>
  <p:hf hd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E40A05-009A-42B6-B452-8F4F3E475C91}"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78520809"/>
      </p:ext>
    </p:extLst>
  </p:cSld>
  <p:clrMapOvr>
    <a:masterClrMapping/>
  </p:clrMapOvr>
  <p:hf hdr="0" dt="0"/>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E606CC-A11A-4B45-8F53-604A868E9C84}"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9921214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12021E-A356-4117-9350-2DBEFD7A3B78}"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7737129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E393C6B-80E6-4126-940C-5F04E06D8E8C}"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370055767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0CF436-96D0-4709-8B13-30F6BD093442}"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421135165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81567D6-1D0E-49EA-B863-70DD0A47AC35}"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314745789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E3B535F-C9C1-4848-9556-7B5BEDFEC992}" type="datetime1">
              <a:rPr lang="en-IN" smtClean="0"/>
              <a:t>11-03-2026</a:t>
            </a:fld>
            <a:endParaRPr lang="en-IN"/>
          </a:p>
        </p:txBody>
      </p:sp>
      <p:sp>
        <p:nvSpPr>
          <p:cNvPr id="6" name="Footer Placeholder 5"/>
          <p:cNvSpPr>
            <a:spLocks noGrp="1"/>
          </p:cNvSpPr>
          <p:nvPr>
            <p:ph type="ftr" sz="quarter" idx="11"/>
          </p:nvPr>
        </p:nvSpPr>
        <p:spPr/>
        <p:txBody>
          <a:bodyPr/>
          <a:lstStyle/>
          <a:p>
            <a:r>
              <a:rPr lang="en-IN"/>
              <a:t>Athor by Sandeep</a:t>
            </a: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76991469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3AF4036-DEDD-4950-ABA4-B5BF8C42F096}" type="datetime1">
              <a:rPr lang="en-IN" smtClean="0"/>
              <a:t>11-03-2026</a:t>
            </a:fld>
            <a:endParaRPr lang="en-IN"/>
          </a:p>
        </p:txBody>
      </p:sp>
      <p:sp>
        <p:nvSpPr>
          <p:cNvPr id="8" name="Footer Placeholder 7"/>
          <p:cNvSpPr>
            <a:spLocks noGrp="1"/>
          </p:cNvSpPr>
          <p:nvPr>
            <p:ph type="ftr" sz="quarter" idx="11"/>
          </p:nvPr>
        </p:nvSpPr>
        <p:spPr/>
        <p:txBody>
          <a:bodyPr/>
          <a:lstStyle/>
          <a:p>
            <a:r>
              <a:rPr lang="en-IN"/>
              <a:t>Athor by Sandeep</a:t>
            </a: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186826029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A7842F2-7DAD-44B7-A2D8-0F0F0E7B3B24}" type="datetime1">
              <a:rPr lang="en-IN" smtClean="0"/>
              <a:t>11-03-2026</a:t>
            </a:fld>
            <a:endParaRPr lang="en-IN"/>
          </a:p>
        </p:txBody>
      </p:sp>
      <p:sp>
        <p:nvSpPr>
          <p:cNvPr id="4" name="Footer Placeholder 3"/>
          <p:cNvSpPr>
            <a:spLocks noGrp="1"/>
          </p:cNvSpPr>
          <p:nvPr>
            <p:ph type="ftr" sz="quarter" idx="11"/>
          </p:nvPr>
        </p:nvSpPr>
        <p:spPr/>
        <p:txBody>
          <a:bodyPr/>
          <a:lstStyle/>
          <a:p>
            <a:r>
              <a:rPr lang="en-IN"/>
              <a:t>Athor by Sandeep</a:t>
            </a: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333634707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8181F8-83A6-450F-99F5-55DAE9C4F220}" type="datetime1">
              <a:rPr lang="en-IN" smtClean="0"/>
              <a:t>11-03-2026</a:t>
            </a:fld>
            <a:endParaRPr lang="en-IN"/>
          </a:p>
        </p:txBody>
      </p:sp>
      <p:sp>
        <p:nvSpPr>
          <p:cNvPr id="3" name="Footer Placeholder 2"/>
          <p:cNvSpPr>
            <a:spLocks noGrp="1"/>
          </p:cNvSpPr>
          <p:nvPr>
            <p:ph type="ftr" sz="quarter" idx="11"/>
          </p:nvPr>
        </p:nvSpPr>
        <p:spPr/>
        <p:txBody>
          <a:bodyPr/>
          <a:lstStyle/>
          <a:p>
            <a:r>
              <a:rPr lang="en-IN"/>
              <a:t>Athor by Sandeep</a:t>
            </a: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295666802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6EFD394-2529-4EBE-87EA-06DF5D1DB335}" type="datetime1">
              <a:rPr lang="en-IN" smtClean="0"/>
              <a:t>11-03-2026</a:t>
            </a:fld>
            <a:endParaRPr lang="en-IN"/>
          </a:p>
        </p:txBody>
      </p:sp>
      <p:sp>
        <p:nvSpPr>
          <p:cNvPr id="6" name="Footer Placeholder 5"/>
          <p:cNvSpPr>
            <a:spLocks noGrp="1"/>
          </p:cNvSpPr>
          <p:nvPr>
            <p:ph type="ftr" sz="quarter" idx="11"/>
          </p:nvPr>
        </p:nvSpPr>
        <p:spPr/>
        <p:txBody>
          <a:bodyPr/>
          <a:lstStyle/>
          <a:p>
            <a:r>
              <a:rPr lang="en-IN"/>
              <a:t>Athor by Sandeep</a:t>
            </a: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242065655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6DBD18B-7C22-4414-9812-F70D0EF81B27}" type="datetime1">
              <a:rPr lang="en-IN" smtClean="0"/>
              <a:t>11-03-2026</a:t>
            </a:fld>
            <a:endParaRPr lang="en-IN"/>
          </a:p>
        </p:txBody>
      </p:sp>
      <p:sp>
        <p:nvSpPr>
          <p:cNvPr id="6" name="Footer Placeholder 5"/>
          <p:cNvSpPr>
            <a:spLocks noGrp="1"/>
          </p:cNvSpPr>
          <p:nvPr>
            <p:ph type="ftr" sz="quarter" idx="11"/>
          </p:nvPr>
        </p:nvSpPr>
        <p:spPr/>
        <p:txBody>
          <a:bodyPr/>
          <a:lstStyle/>
          <a:p>
            <a:r>
              <a:rPr lang="en-IN"/>
              <a:t>Athor by Sandeep</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211424803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8D0E085-A01A-47F4-8713-A4BE1E6E9D04}"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330023315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BBE236B-12CE-4A50-A9FF-33869E511D70}"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7827676-89B8-4E8C-879B-AC14EC1FD9F0}"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18647631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DE40A05-009A-42B6-B452-8F4F3E475C91}" type="datetime1">
              <a:rPr lang="en-IN" smtClean="0"/>
              <a:t>11-03-2026</a:t>
            </a:fld>
            <a:endParaRPr lang="en-IN"/>
          </a:p>
        </p:txBody>
      </p:sp>
      <p:sp>
        <p:nvSpPr>
          <p:cNvPr id="6" name="Footer Placeholder 5"/>
          <p:cNvSpPr>
            <a:spLocks noGrp="1"/>
          </p:cNvSpPr>
          <p:nvPr>
            <p:ph type="ftr" sz="quarter" idx="11"/>
          </p:nvPr>
        </p:nvSpPr>
        <p:spPr/>
        <p:txBody>
          <a:bodyPr/>
          <a:lstStyle/>
          <a:p>
            <a:r>
              <a:rPr lang="en-IN"/>
              <a:t>Athor by Sandeep</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3620500527"/>
      </p:ext>
    </p:extLst>
  </p:cSld>
  <p:clrMapOvr>
    <a:masterClrMapping/>
  </p:clrMapOvr>
  <p:hf hdr="0" dt="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DE40A05-009A-42B6-B452-8F4F3E475C91}" type="datetime1">
              <a:rPr lang="en-IN" smtClean="0"/>
              <a:t>11-03-2026</a:t>
            </a:fld>
            <a:endParaRPr lang="en-IN"/>
          </a:p>
        </p:txBody>
      </p:sp>
      <p:sp>
        <p:nvSpPr>
          <p:cNvPr id="6" name="Footer Placeholder 5"/>
          <p:cNvSpPr>
            <a:spLocks noGrp="1"/>
          </p:cNvSpPr>
          <p:nvPr>
            <p:ph type="ftr" sz="quarter" idx="11"/>
          </p:nvPr>
        </p:nvSpPr>
        <p:spPr/>
        <p:txBody>
          <a:bodyPr/>
          <a:lstStyle/>
          <a:p>
            <a:r>
              <a:rPr lang="en-IN"/>
              <a:t>Athor by Sandeep</a:t>
            </a: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7827676-89B8-4E8C-879B-AC14EC1FD9F0}"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658572391"/>
      </p:ext>
    </p:extLst>
  </p:cSld>
  <p:clrMapOvr>
    <a:masterClrMapping/>
  </p:clrMapOvr>
  <p:hf hdr="0" dt="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DE40A05-009A-42B6-B452-8F4F3E475C91}" type="datetime1">
              <a:rPr lang="en-IN" smtClean="0"/>
              <a:t>11-03-2026</a:t>
            </a:fld>
            <a:endParaRPr lang="en-IN"/>
          </a:p>
        </p:txBody>
      </p:sp>
      <p:sp>
        <p:nvSpPr>
          <p:cNvPr id="6" name="Footer Placeholder 5"/>
          <p:cNvSpPr>
            <a:spLocks noGrp="1"/>
          </p:cNvSpPr>
          <p:nvPr>
            <p:ph type="ftr" sz="quarter" idx="11"/>
          </p:nvPr>
        </p:nvSpPr>
        <p:spPr/>
        <p:txBody>
          <a:bodyPr/>
          <a:lstStyle/>
          <a:p>
            <a:r>
              <a:rPr lang="en-IN"/>
              <a:t>Athor by Sandeep</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7317018"/>
      </p:ext>
    </p:extLst>
  </p:cSld>
  <p:clrMapOvr>
    <a:masterClrMapping/>
  </p:clrMapOvr>
  <p:hf hdr="0" dt="0"/>
</p:sldLayout>
</file>

<file path=ppt/slideLayouts/slideLayout5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E606CC-A11A-4B45-8F53-604A868E9C84}"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130845836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12021E-A356-4117-9350-2DBEFD7A3B78}"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66806485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0" name="Group 9"/>
          <p:cNvGrpSpPr/>
          <p:nvPr/>
        </p:nvGrpSpPr>
        <p:grpSpPr>
          <a:xfrm>
            <a:off x="0" y="0"/>
            <a:ext cx="12188825" cy="6872226"/>
            <a:chOff x="0" y="0"/>
            <a:chExt cx="12188825" cy="6872226"/>
          </a:xfrm>
        </p:grpSpPr>
        <p:pic>
          <p:nvPicPr>
            <p:cNvPr id="9" name="Picture 8" descr="HD-PanelTitle-V.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673"/>
            <a:stretch/>
          </p:blipFill>
          <p:spPr>
            <a:xfrm rot="5400000">
              <a:off x="5245268" y="530352"/>
              <a:ext cx="1673352" cy="612648"/>
            </a:xfrm>
            <a:prstGeom prst="rect">
              <a:avLst/>
            </a:prstGeom>
          </p:spPr>
        </p:pic>
        <p:pic>
          <p:nvPicPr>
            <p:cNvPr id="18" name="Picture 17"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r="48819"/>
            <a:stretch/>
          </p:blipFill>
          <p:spPr>
            <a:xfrm rot="5400000">
              <a:off x="5263556" y="5747514"/>
              <a:ext cx="1636776"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6E393C6B-80E6-4126-940C-5F04E06D8E8C}" type="datetime1">
              <a:rPr lang="en-IN" smtClean="0"/>
              <a:t>11-03-2026</a:t>
            </a:fld>
            <a:endParaRPr lang="en-IN"/>
          </a:p>
        </p:txBody>
      </p:sp>
      <p:sp>
        <p:nvSpPr>
          <p:cNvPr id="5" name="Footer Placeholder 4"/>
          <p:cNvSpPr>
            <a:spLocks noGrp="1"/>
          </p:cNvSpPr>
          <p:nvPr>
            <p:ph type="ftr" sz="quarter" idx="11"/>
          </p:nvPr>
        </p:nvSpPr>
        <p:spPr>
          <a:xfrm>
            <a:off x="2692397" y="5037663"/>
            <a:ext cx="5214635" cy="279400"/>
          </a:xfrm>
        </p:spPr>
        <p:txBody>
          <a:bodyPr/>
          <a:lstStyle/>
          <a:p>
            <a:r>
              <a:rPr lang="en-IN"/>
              <a:t>Athor by Sandeep</a:t>
            </a:r>
          </a:p>
        </p:txBody>
      </p:sp>
      <p:sp>
        <p:nvSpPr>
          <p:cNvPr id="6" name="Slide Number Placeholder 5"/>
          <p:cNvSpPr>
            <a:spLocks noGrp="1"/>
          </p:cNvSpPr>
          <p:nvPr>
            <p:ph type="sldNum" sz="quarter" idx="12"/>
          </p:nvPr>
        </p:nvSpPr>
        <p:spPr>
          <a:xfrm>
            <a:off x="8956900" y="5037663"/>
            <a:ext cx="551167" cy="279400"/>
          </a:xfrm>
        </p:spPr>
        <p:txBody>
          <a:bodyPr/>
          <a:lstStyle/>
          <a:p>
            <a:fld id="{B7827676-89B8-4E8C-879B-AC14EC1FD9F0}"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9712310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0CF436-96D0-4709-8B13-30F6BD093442}"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269622678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81567D6-1D0E-49EA-B863-70DD0A47AC35}"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887431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E3B535F-C9C1-4848-9556-7B5BEDFEC992}" type="datetime1">
              <a:rPr lang="en-IN" smtClean="0"/>
              <a:t>11-03-2026</a:t>
            </a:fld>
            <a:endParaRPr lang="en-IN"/>
          </a:p>
        </p:txBody>
      </p:sp>
      <p:sp>
        <p:nvSpPr>
          <p:cNvPr id="6" name="Footer Placeholder 5"/>
          <p:cNvSpPr>
            <a:spLocks noGrp="1"/>
          </p:cNvSpPr>
          <p:nvPr>
            <p:ph type="ftr" sz="quarter" idx="11"/>
          </p:nvPr>
        </p:nvSpPr>
        <p:spPr/>
        <p:txBody>
          <a:bodyPr/>
          <a:lstStyle/>
          <a:p>
            <a:r>
              <a:rPr lang="en-IN"/>
              <a:t>Athor by Sandeep</a:t>
            </a:r>
          </a:p>
        </p:txBody>
      </p:sp>
      <p:sp>
        <p:nvSpPr>
          <p:cNvPr id="7" name="Slide Number Placeholder 6"/>
          <p:cNvSpPr>
            <a:spLocks noGrp="1"/>
          </p:cNvSpPr>
          <p:nvPr>
            <p:ph type="sldNum" sz="quarter" idx="12"/>
          </p:nvPr>
        </p:nvSpPr>
        <p:spPr/>
        <p:txBody>
          <a:bodyPr/>
          <a:lstStyle/>
          <a:p>
            <a:fld id="{B7827676-89B8-4E8C-879B-AC14EC1FD9F0}" type="slidenum">
              <a:rPr lang="en-IN" smtClean="0"/>
              <a:t>‹#›</a:t>
            </a:fld>
            <a:endParaRPr lang="en-IN"/>
          </a:p>
        </p:txBody>
      </p:sp>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558501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3AF4036-DEDD-4950-ABA4-B5BF8C42F096}" type="datetime1">
              <a:rPr lang="en-IN" smtClean="0"/>
              <a:t>11-03-2026</a:t>
            </a:fld>
            <a:endParaRPr lang="en-IN"/>
          </a:p>
        </p:txBody>
      </p:sp>
      <p:sp>
        <p:nvSpPr>
          <p:cNvPr id="8" name="Footer Placeholder 7"/>
          <p:cNvSpPr>
            <a:spLocks noGrp="1"/>
          </p:cNvSpPr>
          <p:nvPr>
            <p:ph type="ftr" sz="quarter" idx="11"/>
          </p:nvPr>
        </p:nvSpPr>
        <p:spPr/>
        <p:txBody>
          <a:bodyPr/>
          <a:lstStyle/>
          <a:p>
            <a:r>
              <a:rPr lang="en-IN"/>
              <a:t>Athor by Sandeep</a:t>
            </a:r>
          </a:p>
        </p:txBody>
      </p:sp>
      <p:sp>
        <p:nvSpPr>
          <p:cNvPr id="9" name="Slide Number Placeholder 8"/>
          <p:cNvSpPr>
            <a:spLocks noGrp="1"/>
          </p:cNvSpPr>
          <p:nvPr>
            <p:ph type="sldNum" sz="quarter" idx="12"/>
          </p:nvPr>
        </p:nvSpPr>
        <p:spPr/>
        <p:txBody>
          <a:bodyPr/>
          <a:lstStyle/>
          <a:p>
            <a:fld id="{B7827676-89B8-4E8C-879B-AC14EC1FD9F0}"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26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A7842F2-7DAD-44B7-A2D8-0F0F0E7B3B24}" type="datetime1">
              <a:rPr lang="en-IN" smtClean="0"/>
              <a:t>11-03-2026</a:t>
            </a:fld>
            <a:endParaRPr lang="en-IN"/>
          </a:p>
        </p:txBody>
      </p:sp>
      <p:sp>
        <p:nvSpPr>
          <p:cNvPr id="4" name="Footer Placeholder 3"/>
          <p:cNvSpPr>
            <a:spLocks noGrp="1"/>
          </p:cNvSpPr>
          <p:nvPr>
            <p:ph type="ftr" sz="quarter" idx="11"/>
          </p:nvPr>
        </p:nvSpPr>
        <p:spPr/>
        <p:txBody>
          <a:bodyPr/>
          <a:lstStyle/>
          <a:p>
            <a:r>
              <a:rPr lang="en-IN"/>
              <a:t>Athor by Sandeep</a:t>
            </a:r>
          </a:p>
        </p:txBody>
      </p:sp>
      <p:sp>
        <p:nvSpPr>
          <p:cNvPr id="5" name="Slide Number Placeholder 4"/>
          <p:cNvSpPr>
            <a:spLocks noGrp="1"/>
          </p:cNvSpPr>
          <p:nvPr>
            <p:ph type="sldNum" sz="quarter" idx="12"/>
          </p:nvPr>
        </p:nvSpPr>
        <p:spPr/>
        <p:txBody>
          <a:bodyPr/>
          <a:lstStyle/>
          <a:p>
            <a:fld id="{B7827676-89B8-4E8C-879B-AC14EC1FD9F0}"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64679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8181F8-83A6-450F-99F5-55DAE9C4F220}" type="datetime1">
              <a:rPr lang="en-IN" smtClean="0"/>
              <a:t>11-03-2026</a:t>
            </a:fld>
            <a:endParaRPr lang="en-IN"/>
          </a:p>
        </p:txBody>
      </p:sp>
      <p:sp>
        <p:nvSpPr>
          <p:cNvPr id="3" name="Footer Placeholder 2"/>
          <p:cNvSpPr>
            <a:spLocks noGrp="1"/>
          </p:cNvSpPr>
          <p:nvPr>
            <p:ph type="ftr" sz="quarter" idx="11"/>
          </p:nvPr>
        </p:nvSpPr>
        <p:spPr/>
        <p:txBody>
          <a:bodyPr/>
          <a:lstStyle/>
          <a:p>
            <a:r>
              <a:rPr lang="en-IN"/>
              <a:t>Athor by Sandeep</a:t>
            </a:r>
          </a:p>
        </p:txBody>
      </p:sp>
      <p:sp>
        <p:nvSpPr>
          <p:cNvPr id="4" name="Slide Number Placeholder 3"/>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427398308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6EFD394-2529-4EBE-87EA-06DF5D1DB335}" type="datetime1">
              <a:rPr lang="en-IN" smtClean="0"/>
              <a:t>11-03-2026</a:t>
            </a:fld>
            <a:endParaRPr lang="en-IN"/>
          </a:p>
        </p:txBody>
      </p:sp>
      <p:sp>
        <p:nvSpPr>
          <p:cNvPr id="6" name="Footer Placeholder 5"/>
          <p:cNvSpPr>
            <a:spLocks noGrp="1"/>
          </p:cNvSpPr>
          <p:nvPr>
            <p:ph type="ftr" sz="quarter" idx="11"/>
          </p:nvPr>
        </p:nvSpPr>
        <p:spPr/>
        <p:txBody>
          <a:bodyPr/>
          <a:lstStyle/>
          <a:p>
            <a:r>
              <a:rPr lang="en-IN"/>
              <a:t>Athor by Sandeep</a:t>
            </a:r>
          </a:p>
        </p:txBody>
      </p:sp>
      <p:sp>
        <p:nvSpPr>
          <p:cNvPr id="7" name="Slide Number Placeholder 6"/>
          <p:cNvSpPr>
            <a:spLocks noGrp="1"/>
          </p:cNvSpPr>
          <p:nvPr>
            <p:ph type="sldNum" sz="quarter" idx="12"/>
          </p:nvPr>
        </p:nvSpPr>
        <p:spPr/>
        <p:txBody>
          <a:bodyPr/>
          <a:lstStyle/>
          <a:p>
            <a:fld id="{B7827676-89B8-4E8C-879B-AC14EC1FD9F0}"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0411781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6DBD18B-7C22-4414-9812-F70D0EF81B27}" type="datetime1">
              <a:rPr lang="en-IN" smtClean="0"/>
              <a:t>11-03-2026</a:t>
            </a:fld>
            <a:endParaRPr lang="en-IN"/>
          </a:p>
        </p:txBody>
      </p:sp>
      <p:sp>
        <p:nvSpPr>
          <p:cNvPr id="6" name="Footer Placeholder 5"/>
          <p:cNvSpPr>
            <a:spLocks noGrp="1"/>
          </p:cNvSpPr>
          <p:nvPr>
            <p:ph type="ftr" sz="quarter" idx="11"/>
          </p:nvPr>
        </p:nvSpPr>
        <p:spPr/>
        <p:txBody>
          <a:bodyPr/>
          <a:lstStyle/>
          <a:p>
            <a:r>
              <a:rPr lang="en-IN"/>
              <a:t>Athor by Sandeep</a:t>
            </a:r>
          </a:p>
        </p:txBody>
      </p:sp>
      <p:sp>
        <p:nvSpPr>
          <p:cNvPr id="7" name="Slide Number Placeholder 6"/>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159843522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DE40A05-009A-42B6-B452-8F4F3E475C91}" type="datetime1">
              <a:rPr lang="en-IN" smtClean="0"/>
              <a:t>11-03-2026</a:t>
            </a:fld>
            <a:endParaRPr lang="en-IN"/>
          </a:p>
        </p:txBody>
      </p:sp>
      <p:sp>
        <p:nvSpPr>
          <p:cNvPr id="6" name="Footer Placeholder 5"/>
          <p:cNvSpPr>
            <a:spLocks noGrp="1"/>
          </p:cNvSpPr>
          <p:nvPr>
            <p:ph type="ftr" sz="quarter" idx="11"/>
          </p:nvPr>
        </p:nvSpPr>
        <p:spPr/>
        <p:txBody>
          <a:bodyPr/>
          <a:lstStyle/>
          <a:p>
            <a:r>
              <a:rPr lang="en-IN"/>
              <a:t>Athor by Sandeep</a:t>
            </a:r>
          </a:p>
        </p:txBody>
      </p:sp>
      <p:sp>
        <p:nvSpPr>
          <p:cNvPr id="7" name="Slide Number Placeholder 6"/>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3251974941"/>
      </p:ext>
    </p:extLst>
  </p:cSld>
  <p:clrMapOvr>
    <a:masterClrMapping/>
  </p:clrMapOvr>
  <p:hf hdr="0" dt="0"/>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8D0E085-A01A-47F4-8713-A4BE1E6E9D04}"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3372952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BBE236B-12CE-4A50-A9FF-33869E511D70}"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1936615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E40A05-009A-42B6-B452-8F4F3E475C91}"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1341707699"/>
      </p:ext>
    </p:extLst>
  </p:cSld>
  <p:clrMapOvr>
    <a:masterClrMapping/>
  </p:clrMapOvr>
  <p:hf hdr="0" dt="0"/>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6"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E40A05-009A-42B6-B452-8F4F3E475C91}"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43610820"/>
      </p:ext>
    </p:extLst>
  </p:cSld>
  <p:clrMapOvr>
    <a:masterClrMapping/>
  </p:clrMapOvr>
  <p:hf hdr="0" dt="0"/>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4"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E40A05-009A-42B6-B452-8F4F3E475C91}"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4383334"/>
      </p:ext>
    </p:extLst>
  </p:cSld>
  <p:clrMapOvr>
    <a:masterClrMapping/>
  </p:clrMapOvr>
  <p:hf hdr="0" dt="0"/>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E606CC-A11A-4B45-8F53-604A868E9C84}"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3072315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12021E-A356-4117-9350-2DBEFD7A3B78}"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5634312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E393C6B-80E6-4126-940C-5F04E06D8E8C}"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417408357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0CF436-96D0-4709-8B13-30F6BD093442}"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295345350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81567D6-1D0E-49EA-B863-70DD0A47AC35}"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35254368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E3B535F-C9C1-4848-9556-7B5BEDFEC992}" type="datetime1">
              <a:rPr lang="en-IN" smtClean="0"/>
              <a:t>11-03-2026</a:t>
            </a:fld>
            <a:endParaRPr lang="en-IN"/>
          </a:p>
        </p:txBody>
      </p:sp>
      <p:sp>
        <p:nvSpPr>
          <p:cNvPr id="6" name="Footer Placeholder 5"/>
          <p:cNvSpPr>
            <a:spLocks noGrp="1"/>
          </p:cNvSpPr>
          <p:nvPr>
            <p:ph type="ftr" sz="quarter" idx="11"/>
          </p:nvPr>
        </p:nvSpPr>
        <p:spPr/>
        <p:txBody>
          <a:bodyPr/>
          <a:lstStyle/>
          <a:p>
            <a:r>
              <a:rPr lang="en-IN"/>
              <a:t>Athor by Sandeep</a:t>
            </a:r>
          </a:p>
        </p:txBody>
      </p:sp>
      <p:sp>
        <p:nvSpPr>
          <p:cNvPr id="7" name="Slide Number Placeholder 6"/>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325611314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3AF4036-DEDD-4950-ABA4-B5BF8C42F096}" type="datetime1">
              <a:rPr lang="en-IN" smtClean="0"/>
              <a:t>11-03-2026</a:t>
            </a:fld>
            <a:endParaRPr lang="en-IN"/>
          </a:p>
        </p:txBody>
      </p:sp>
      <p:sp>
        <p:nvSpPr>
          <p:cNvPr id="8" name="Footer Placeholder 7"/>
          <p:cNvSpPr>
            <a:spLocks noGrp="1"/>
          </p:cNvSpPr>
          <p:nvPr>
            <p:ph type="ftr" sz="quarter" idx="11"/>
          </p:nvPr>
        </p:nvSpPr>
        <p:spPr/>
        <p:txBody>
          <a:bodyPr/>
          <a:lstStyle/>
          <a:p>
            <a:r>
              <a:rPr lang="en-IN"/>
              <a:t>Athor by Sandeep</a:t>
            </a:r>
          </a:p>
        </p:txBody>
      </p:sp>
      <p:sp>
        <p:nvSpPr>
          <p:cNvPr id="9" name="Slide Number Placeholder 8"/>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50220869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A7842F2-7DAD-44B7-A2D8-0F0F0E7B3B24}" type="datetime1">
              <a:rPr lang="en-IN" smtClean="0"/>
              <a:t>11-03-2026</a:t>
            </a:fld>
            <a:endParaRPr lang="en-IN"/>
          </a:p>
        </p:txBody>
      </p:sp>
      <p:sp>
        <p:nvSpPr>
          <p:cNvPr id="4" name="Footer Placeholder 3"/>
          <p:cNvSpPr>
            <a:spLocks noGrp="1"/>
          </p:cNvSpPr>
          <p:nvPr>
            <p:ph type="ftr" sz="quarter" idx="11"/>
          </p:nvPr>
        </p:nvSpPr>
        <p:spPr/>
        <p:txBody>
          <a:bodyPr/>
          <a:lstStyle/>
          <a:p>
            <a:r>
              <a:rPr lang="en-IN"/>
              <a:t>Athor by Sandeep</a:t>
            </a:r>
          </a:p>
        </p:txBody>
      </p:sp>
      <p:sp>
        <p:nvSpPr>
          <p:cNvPr id="5" name="Slide Number Placeholder 4"/>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2833791620"/>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8181F8-83A6-450F-99F5-55DAE9C4F220}" type="datetime1">
              <a:rPr lang="en-IN" smtClean="0"/>
              <a:t>11-03-2026</a:t>
            </a:fld>
            <a:endParaRPr lang="en-IN"/>
          </a:p>
        </p:txBody>
      </p:sp>
      <p:sp>
        <p:nvSpPr>
          <p:cNvPr id="3" name="Footer Placeholder 2"/>
          <p:cNvSpPr>
            <a:spLocks noGrp="1"/>
          </p:cNvSpPr>
          <p:nvPr>
            <p:ph type="ftr" sz="quarter" idx="11"/>
          </p:nvPr>
        </p:nvSpPr>
        <p:spPr/>
        <p:txBody>
          <a:bodyPr/>
          <a:lstStyle/>
          <a:p>
            <a:r>
              <a:rPr lang="en-IN"/>
              <a:t>Athor by Sandeep</a:t>
            </a:r>
          </a:p>
        </p:txBody>
      </p:sp>
      <p:sp>
        <p:nvSpPr>
          <p:cNvPr id="4" name="Slide Number Placeholder 3"/>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2286848062"/>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6EFD394-2529-4EBE-87EA-06DF5D1DB335}" type="datetime1">
              <a:rPr lang="en-IN" smtClean="0"/>
              <a:t>11-03-2026</a:t>
            </a:fld>
            <a:endParaRPr lang="en-IN"/>
          </a:p>
        </p:txBody>
      </p:sp>
      <p:sp>
        <p:nvSpPr>
          <p:cNvPr id="6" name="Footer Placeholder 5"/>
          <p:cNvSpPr>
            <a:spLocks noGrp="1"/>
          </p:cNvSpPr>
          <p:nvPr>
            <p:ph type="ftr" sz="quarter" idx="11"/>
          </p:nvPr>
        </p:nvSpPr>
        <p:spPr/>
        <p:txBody>
          <a:bodyPr/>
          <a:lstStyle/>
          <a:p>
            <a:r>
              <a:rPr lang="en-IN"/>
              <a:t>Athor by Sandeep</a:t>
            </a:r>
          </a:p>
        </p:txBody>
      </p:sp>
      <p:sp>
        <p:nvSpPr>
          <p:cNvPr id="7" name="Slide Number Placeholder 6"/>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120711216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6DBD18B-7C22-4414-9812-F70D0EF81B27}" type="datetime1">
              <a:rPr lang="en-IN" smtClean="0"/>
              <a:t>11-03-2026</a:t>
            </a:fld>
            <a:endParaRPr lang="en-IN"/>
          </a:p>
        </p:txBody>
      </p:sp>
      <p:sp>
        <p:nvSpPr>
          <p:cNvPr id="6" name="Footer Placeholder 5"/>
          <p:cNvSpPr>
            <a:spLocks noGrp="1"/>
          </p:cNvSpPr>
          <p:nvPr>
            <p:ph type="ftr" sz="quarter" idx="11"/>
          </p:nvPr>
        </p:nvSpPr>
        <p:spPr/>
        <p:txBody>
          <a:bodyPr/>
          <a:lstStyle/>
          <a:p>
            <a:r>
              <a:rPr lang="en-IN"/>
              <a:t>Athor by Sandeep</a:t>
            </a:r>
          </a:p>
        </p:txBody>
      </p:sp>
      <p:sp>
        <p:nvSpPr>
          <p:cNvPr id="7" name="Slide Number Placeholder 6"/>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72326415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E606CC-A11A-4B45-8F53-604A868E9C84}"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1914702921"/>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12021E-A356-4117-9350-2DBEFD7A3B78}"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1121528103"/>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6E393C6B-80E6-4126-940C-5F04E06D8E8C}" type="datetime1">
              <a:rPr lang="en-IN" smtClean="0"/>
              <a:t>11-03-2026</a:t>
            </a:fld>
            <a:endParaRPr lang="en-IN"/>
          </a:p>
        </p:txBody>
      </p:sp>
      <p:sp>
        <p:nvSpPr>
          <p:cNvPr id="5" name="Footer Placeholder 4"/>
          <p:cNvSpPr>
            <a:spLocks noGrp="1"/>
          </p:cNvSpPr>
          <p:nvPr>
            <p:ph type="ftr" sz="quarter" idx="11"/>
          </p:nvPr>
        </p:nvSpPr>
        <p:spPr>
          <a:xfrm>
            <a:off x="1876424" y="5410201"/>
            <a:ext cx="5124886" cy="365125"/>
          </a:xfrm>
        </p:spPr>
        <p:txBody>
          <a:bodyPr/>
          <a:lstStyle/>
          <a:p>
            <a:r>
              <a:rPr lang="en-IN"/>
              <a:t>Athor by Sandeep</a:t>
            </a:r>
          </a:p>
        </p:txBody>
      </p:sp>
      <p:sp>
        <p:nvSpPr>
          <p:cNvPr id="6" name="Slide Number Placeholder 5"/>
          <p:cNvSpPr>
            <a:spLocks noGrp="1"/>
          </p:cNvSpPr>
          <p:nvPr>
            <p:ph type="sldNum" sz="quarter" idx="12"/>
          </p:nvPr>
        </p:nvSpPr>
        <p:spPr>
          <a:xfrm>
            <a:off x="9896911" y="5410199"/>
            <a:ext cx="771089" cy="365125"/>
          </a:xfrm>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1393170411"/>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0CF436-96D0-4709-8B13-30F6BD093442}"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1388726068"/>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81567D6-1D0E-49EA-B863-70DD0A47AC35}"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296926334"/>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E3B535F-C9C1-4848-9556-7B5BEDFEC992}" type="datetime1">
              <a:rPr lang="en-IN" smtClean="0"/>
              <a:t>11-03-2026</a:t>
            </a:fld>
            <a:endParaRPr lang="en-IN"/>
          </a:p>
        </p:txBody>
      </p:sp>
      <p:sp>
        <p:nvSpPr>
          <p:cNvPr id="6" name="Footer Placeholder 5"/>
          <p:cNvSpPr>
            <a:spLocks noGrp="1"/>
          </p:cNvSpPr>
          <p:nvPr>
            <p:ph type="ftr" sz="quarter" idx="11"/>
          </p:nvPr>
        </p:nvSpPr>
        <p:spPr/>
        <p:txBody>
          <a:bodyPr/>
          <a:lstStyle/>
          <a:p>
            <a:r>
              <a:rPr lang="en-IN"/>
              <a:t>Athor by Sandeep</a:t>
            </a:r>
          </a:p>
        </p:txBody>
      </p:sp>
      <p:sp>
        <p:nvSpPr>
          <p:cNvPr id="7" name="Slide Number Placeholder 6"/>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2561511553"/>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3AF4036-DEDD-4950-ABA4-B5BF8C42F096}" type="datetime1">
              <a:rPr lang="en-IN" smtClean="0"/>
              <a:t>11-03-2026</a:t>
            </a:fld>
            <a:endParaRPr lang="en-IN"/>
          </a:p>
        </p:txBody>
      </p:sp>
      <p:sp>
        <p:nvSpPr>
          <p:cNvPr id="8" name="Footer Placeholder 7"/>
          <p:cNvSpPr>
            <a:spLocks noGrp="1"/>
          </p:cNvSpPr>
          <p:nvPr>
            <p:ph type="ftr" sz="quarter" idx="11"/>
          </p:nvPr>
        </p:nvSpPr>
        <p:spPr/>
        <p:txBody>
          <a:bodyPr/>
          <a:lstStyle/>
          <a:p>
            <a:r>
              <a:rPr lang="en-IN"/>
              <a:t>Athor by Sandeep</a:t>
            </a:r>
          </a:p>
        </p:txBody>
      </p:sp>
      <p:sp>
        <p:nvSpPr>
          <p:cNvPr id="9" name="Slide Number Placeholder 8"/>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454866703"/>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A7842F2-7DAD-44B7-A2D8-0F0F0E7B3B24}" type="datetime1">
              <a:rPr lang="en-IN" smtClean="0"/>
              <a:t>11-03-2026</a:t>
            </a:fld>
            <a:endParaRPr lang="en-IN"/>
          </a:p>
        </p:txBody>
      </p:sp>
      <p:sp>
        <p:nvSpPr>
          <p:cNvPr id="4" name="Footer Placeholder 3"/>
          <p:cNvSpPr>
            <a:spLocks noGrp="1"/>
          </p:cNvSpPr>
          <p:nvPr>
            <p:ph type="ftr" sz="quarter" idx="11"/>
          </p:nvPr>
        </p:nvSpPr>
        <p:spPr/>
        <p:txBody>
          <a:bodyPr/>
          <a:lstStyle/>
          <a:p>
            <a:r>
              <a:rPr lang="en-IN"/>
              <a:t>Athor by Sandeep</a:t>
            </a:r>
          </a:p>
        </p:txBody>
      </p:sp>
      <p:sp>
        <p:nvSpPr>
          <p:cNvPr id="5" name="Slide Number Placeholder 4"/>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2262695133"/>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8181F8-83A6-450F-99F5-55DAE9C4F220}" type="datetime1">
              <a:rPr lang="en-IN" smtClean="0"/>
              <a:t>11-03-2026</a:t>
            </a:fld>
            <a:endParaRPr lang="en-IN"/>
          </a:p>
        </p:txBody>
      </p:sp>
      <p:sp>
        <p:nvSpPr>
          <p:cNvPr id="3" name="Footer Placeholder 2"/>
          <p:cNvSpPr>
            <a:spLocks noGrp="1"/>
          </p:cNvSpPr>
          <p:nvPr>
            <p:ph type="ftr" sz="quarter" idx="11"/>
          </p:nvPr>
        </p:nvSpPr>
        <p:spPr/>
        <p:txBody>
          <a:bodyPr/>
          <a:lstStyle/>
          <a:p>
            <a:r>
              <a:rPr lang="en-IN"/>
              <a:t>Athor by Sandeep</a:t>
            </a:r>
          </a:p>
        </p:txBody>
      </p:sp>
      <p:sp>
        <p:nvSpPr>
          <p:cNvPr id="4" name="Slide Number Placeholder 3"/>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3661043837"/>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6EFD394-2529-4EBE-87EA-06DF5D1DB335}" type="datetime1">
              <a:rPr lang="en-IN" smtClean="0"/>
              <a:t>11-03-2026</a:t>
            </a:fld>
            <a:endParaRPr lang="en-IN"/>
          </a:p>
        </p:txBody>
      </p:sp>
      <p:sp>
        <p:nvSpPr>
          <p:cNvPr id="6" name="Footer Placeholder 5"/>
          <p:cNvSpPr>
            <a:spLocks noGrp="1"/>
          </p:cNvSpPr>
          <p:nvPr>
            <p:ph type="ftr" sz="quarter" idx="11"/>
          </p:nvPr>
        </p:nvSpPr>
        <p:spPr/>
        <p:txBody>
          <a:bodyPr/>
          <a:lstStyle/>
          <a:p>
            <a:r>
              <a:rPr lang="en-IN"/>
              <a:t>Athor by Sandeep</a:t>
            </a:r>
          </a:p>
        </p:txBody>
      </p:sp>
      <p:sp>
        <p:nvSpPr>
          <p:cNvPr id="7" name="Slide Number Placeholder 6"/>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2867421784"/>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6DBD18B-7C22-4414-9812-F70D0EF81B27}" type="datetime1">
              <a:rPr lang="en-IN" smtClean="0"/>
              <a:t>11-03-2026</a:t>
            </a:fld>
            <a:endParaRPr lang="en-IN"/>
          </a:p>
        </p:txBody>
      </p:sp>
      <p:sp>
        <p:nvSpPr>
          <p:cNvPr id="6" name="Footer Placeholder 5"/>
          <p:cNvSpPr>
            <a:spLocks noGrp="1"/>
          </p:cNvSpPr>
          <p:nvPr>
            <p:ph type="ftr" sz="quarter" idx="11"/>
          </p:nvPr>
        </p:nvSpPr>
        <p:spPr/>
        <p:txBody>
          <a:bodyPr/>
          <a:lstStyle/>
          <a:p>
            <a:r>
              <a:rPr lang="en-IN"/>
              <a:t>Athor by Sandeep</a:t>
            </a:r>
          </a:p>
        </p:txBody>
      </p:sp>
      <p:sp>
        <p:nvSpPr>
          <p:cNvPr id="7" name="Slide Number Placeholder 6"/>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2972759880"/>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DE40A05-009A-42B6-B452-8F4F3E475C91}" type="datetime1">
              <a:rPr lang="en-IN" smtClean="0"/>
              <a:t>11-03-2026</a:t>
            </a:fld>
            <a:endParaRPr lang="en-IN"/>
          </a:p>
        </p:txBody>
      </p:sp>
      <p:sp>
        <p:nvSpPr>
          <p:cNvPr id="6" name="Footer Placeholder 5"/>
          <p:cNvSpPr>
            <a:spLocks noGrp="1"/>
          </p:cNvSpPr>
          <p:nvPr>
            <p:ph type="ftr" sz="quarter" idx="11"/>
          </p:nvPr>
        </p:nvSpPr>
        <p:spPr/>
        <p:txBody>
          <a:bodyPr/>
          <a:lstStyle/>
          <a:p>
            <a:r>
              <a:rPr lang="en-IN"/>
              <a:t>Athor by Sandeep</a:t>
            </a:r>
          </a:p>
        </p:txBody>
      </p:sp>
      <p:sp>
        <p:nvSpPr>
          <p:cNvPr id="7" name="Slide Number Placeholder 6"/>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705496377"/>
      </p:ext>
    </p:extLst>
  </p:cSld>
  <p:clrMapOvr>
    <a:masterClrMapping/>
  </p:clrMapOvr>
  <p:hf hdr="0" dt="0"/>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DE40A05-009A-42B6-B452-8F4F3E475C91}" type="datetime1">
              <a:rPr lang="en-IN" smtClean="0"/>
              <a:t>11-03-2026</a:t>
            </a:fld>
            <a:endParaRPr lang="en-IN"/>
          </a:p>
        </p:txBody>
      </p:sp>
      <p:sp>
        <p:nvSpPr>
          <p:cNvPr id="6" name="Footer Placeholder 5"/>
          <p:cNvSpPr>
            <a:spLocks noGrp="1"/>
          </p:cNvSpPr>
          <p:nvPr>
            <p:ph type="ftr" sz="quarter" idx="11"/>
          </p:nvPr>
        </p:nvSpPr>
        <p:spPr/>
        <p:txBody>
          <a:bodyPr/>
          <a:lstStyle/>
          <a:p>
            <a:r>
              <a:rPr lang="en-IN"/>
              <a:t>Athor by Sandeep</a:t>
            </a:r>
          </a:p>
        </p:txBody>
      </p:sp>
      <p:sp>
        <p:nvSpPr>
          <p:cNvPr id="7" name="Slide Number Placeholder 6"/>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1090657095"/>
      </p:ext>
    </p:extLst>
  </p:cSld>
  <p:clrMapOvr>
    <a:masterClrMapping/>
  </p:clrMapOvr>
  <p:hf hdr="0" dt="0"/>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DE40A05-009A-42B6-B452-8F4F3E475C91}" type="datetime1">
              <a:rPr lang="en-IN" smtClean="0"/>
              <a:t>11-03-2026</a:t>
            </a:fld>
            <a:endParaRPr lang="en-IN"/>
          </a:p>
        </p:txBody>
      </p:sp>
      <p:sp>
        <p:nvSpPr>
          <p:cNvPr id="6" name="Footer Placeholder 5"/>
          <p:cNvSpPr>
            <a:spLocks noGrp="1"/>
          </p:cNvSpPr>
          <p:nvPr>
            <p:ph type="ftr" sz="quarter" idx="11"/>
          </p:nvPr>
        </p:nvSpPr>
        <p:spPr/>
        <p:txBody>
          <a:bodyPr/>
          <a:lstStyle/>
          <a:p>
            <a:r>
              <a:rPr lang="en-IN"/>
              <a:t>Athor by Sandeep</a:t>
            </a:r>
          </a:p>
        </p:txBody>
      </p:sp>
      <p:sp>
        <p:nvSpPr>
          <p:cNvPr id="7" name="Slide Number Placeholder 6"/>
          <p:cNvSpPr>
            <a:spLocks noGrp="1"/>
          </p:cNvSpPr>
          <p:nvPr>
            <p:ph type="sldNum" sz="quarter" idx="12"/>
          </p:nvPr>
        </p:nvSpPr>
        <p:spPr/>
        <p:txBody>
          <a:bodyPr/>
          <a:lstStyle/>
          <a:p>
            <a:fld id="{B7827676-89B8-4E8C-879B-AC14EC1FD9F0}" type="slidenum">
              <a:rPr lang="en-IN" smtClean="0"/>
              <a:t>‹#›</a:t>
            </a:fld>
            <a:endParaRPr lang="en-IN"/>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443253065"/>
      </p:ext>
    </p:extLst>
  </p:cSld>
  <p:clrMapOvr>
    <a:masterClrMapping/>
  </p:clrMapOvr>
  <p:hf hdr="0" dt="0"/>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DE40A05-009A-42B6-B452-8F4F3E475C91}" type="datetime1">
              <a:rPr lang="en-IN" smtClean="0"/>
              <a:t>11-03-2026</a:t>
            </a:fld>
            <a:endParaRPr lang="en-IN"/>
          </a:p>
        </p:txBody>
      </p:sp>
      <p:sp>
        <p:nvSpPr>
          <p:cNvPr id="6" name="Footer Placeholder 5"/>
          <p:cNvSpPr>
            <a:spLocks noGrp="1"/>
          </p:cNvSpPr>
          <p:nvPr>
            <p:ph type="ftr" sz="quarter" idx="11"/>
          </p:nvPr>
        </p:nvSpPr>
        <p:spPr/>
        <p:txBody>
          <a:bodyPr/>
          <a:lstStyle/>
          <a:p>
            <a:r>
              <a:rPr lang="en-IN"/>
              <a:t>Athor by Sandeep</a:t>
            </a:r>
          </a:p>
        </p:txBody>
      </p:sp>
      <p:sp>
        <p:nvSpPr>
          <p:cNvPr id="7" name="Slide Number Placeholder 6"/>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604439891"/>
      </p:ext>
    </p:extLst>
  </p:cSld>
  <p:clrMapOvr>
    <a:masterClrMapping/>
  </p:clrMapOvr>
  <p:hf hdr="0" dt="0"/>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DE40A05-009A-42B6-B452-8F4F3E475C91}" type="datetime1">
              <a:rPr lang="en-IN" smtClean="0"/>
              <a:t>11-03-2026</a:t>
            </a:fld>
            <a:endParaRPr lang="en-IN"/>
          </a:p>
        </p:txBody>
      </p:sp>
      <p:sp>
        <p:nvSpPr>
          <p:cNvPr id="4" name="Footer Placeholder 3"/>
          <p:cNvSpPr>
            <a:spLocks noGrp="1"/>
          </p:cNvSpPr>
          <p:nvPr>
            <p:ph type="ftr" sz="quarter" idx="11"/>
          </p:nvPr>
        </p:nvSpPr>
        <p:spPr/>
        <p:txBody>
          <a:bodyPr/>
          <a:lstStyle/>
          <a:p>
            <a:r>
              <a:rPr lang="en-IN"/>
              <a:t>Athor by Sandeep</a:t>
            </a:r>
          </a:p>
        </p:txBody>
      </p:sp>
      <p:sp>
        <p:nvSpPr>
          <p:cNvPr id="5" name="Slide Number Placeholder 4"/>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2664620823"/>
      </p:ext>
    </p:extLst>
  </p:cSld>
  <p:clrMapOvr>
    <a:masterClrMapping/>
  </p:clrMapOvr>
  <p:hf hdr="0" dt="0"/>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DE40A05-009A-42B6-B452-8F4F3E475C91}" type="datetime1">
              <a:rPr lang="en-IN" smtClean="0"/>
              <a:t>11-03-2026</a:t>
            </a:fld>
            <a:endParaRPr lang="en-IN"/>
          </a:p>
        </p:txBody>
      </p:sp>
      <p:sp>
        <p:nvSpPr>
          <p:cNvPr id="4" name="Footer Placeholder 3"/>
          <p:cNvSpPr>
            <a:spLocks noGrp="1"/>
          </p:cNvSpPr>
          <p:nvPr>
            <p:ph type="ftr" sz="quarter" idx="11"/>
          </p:nvPr>
        </p:nvSpPr>
        <p:spPr/>
        <p:txBody>
          <a:bodyPr/>
          <a:lstStyle/>
          <a:p>
            <a:r>
              <a:rPr lang="en-IN"/>
              <a:t>Athor by Sandeep</a:t>
            </a:r>
          </a:p>
        </p:txBody>
      </p:sp>
      <p:sp>
        <p:nvSpPr>
          <p:cNvPr id="5" name="Slide Number Placeholder 4"/>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3887768284"/>
      </p:ext>
    </p:extLst>
  </p:cSld>
  <p:clrMapOvr>
    <a:masterClrMapping/>
  </p:clrMapOvr>
  <p:hf hdr="0" dt="0"/>
</p:sldLayout>
</file>

<file path=ppt/slideLayouts/slideLayout10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E606CC-A11A-4B45-8F53-604A868E9C84}"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2028561143"/>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12021E-A356-4117-9350-2DBEFD7A3B78}"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256110211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E393C6B-80E6-4126-940C-5F04E06D8E8C}" type="datetime1">
              <a:rPr lang="en-IN" smtClean="0"/>
              <a:t>11-03-2026</a:t>
            </a:fld>
            <a:endParaRPr lang="en-IN"/>
          </a:p>
        </p:txBody>
      </p:sp>
      <p:sp>
        <p:nvSpPr>
          <p:cNvPr id="5" name="Footer Placeholder 4"/>
          <p:cNvSpPr>
            <a:spLocks noGrp="1"/>
          </p:cNvSpPr>
          <p:nvPr>
            <p:ph type="ftr" sz="quarter" idx="11"/>
          </p:nvPr>
        </p:nvSpPr>
        <p:spPr>
          <a:xfrm>
            <a:off x="2416500" y="329307"/>
            <a:ext cx="4973915" cy="309201"/>
          </a:xfrm>
        </p:spPr>
        <p:txBody>
          <a:bodyPr/>
          <a:lstStyle/>
          <a:p>
            <a:r>
              <a:rPr lang="en-IN"/>
              <a:t>Athor by Sandeep</a:t>
            </a:r>
          </a:p>
        </p:txBody>
      </p:sp>
      <p:sp>
        <p:nvSpPr>
          <p:cNvPr id="6" name="Slide Number Placeholder 5"/>
          <p:cNvSpPr>
            <a:spLocks noGrp="1"/>
          </p:cNvSpPr>
          <p:nvPr>
            <p:ph type="sldNum" sz="quarter" idx="12"/>
          </p:nvPr>
        </p:nvSpPr>
        <p:spPr>
          <a:xfrm>
            <a:off x="1437664" y="798973"/>
            <a:ext cx="811019" cy="503578"/>
          </a:xfrm>
        </p:spPr>
        <p:txBody>
          <a:bodyPr/>
          <a:lstStyle/>
          <a:p>
            <a:fld id="{B7827676-89B8-4E8C-879B-AC14EC1FD9F0}"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2722848"/>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0CF436-96D0-4709-8B13-30F6BD093442}"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0322665"/>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81567D6-1D0E-49EA-B863-70DD0A47AC35}"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43777196"/>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E3B535F-C9C1-4848-9556-7B5BEDFEC992}" type="datetime1">
              <a:rPr lang="en-IN" smtClean="0"/>
              <a:t>11-03-2026</a:t>
            </a:fld>
            <a:endParaRPr lang="en-IN"/>
          </a:p>
        </p:txBody>
      </p:sp>
      <p:sp>
        <p:nvSpPr>
          <p:cNvPr id="6" name="Footer Placeholder 5"/>
          <p:cNvSpPr>
            <a:spLocks noGrp="1"/>
          </p:cNvSpPr>
          <p:nvPr>
            <p:ph type="ftr" sz="quarter" idx="11"/>
          </p:nvPr>
        </p:nvSpPr>
        <p:spPr/>
        <p:txBody>
          <a:bodyPr/>
          <a:lstStyle/>
          <a:p>
            <a:r>
              <a:rPr lang="en-IN"/>
              <a:t>Athor by Sandeep</a:t>
            </a:r>
          </a:p>
        </p:txBody>
      </p:sp>
      <p:sp>
        <p:nvSpPr>
          <p:cNvPr id="7" name="Slide Number Placeholder 6"/>
          <p:cNvSpPr>
            <a:spLocks noGrp="1"/>
          </p:cNvSpPr>
          <p:nvPr>
            <p:ph type="sldNum" sz="quarter" idx="12"/>
          </p:nvPr>
        </p:nvSpPr>
        <p:spPr/>
        <p:txBody>
          <a:bodyPr/>
          <a:lstStyle/>
          <a:p>
            <a:fld id="{B7827676-89B8-4E8C-879B-AC14EC1FD9F0}"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91104472"/>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3AF4036-DEDD-4950-ABA4-B5BF8C42F096}" type="datetime1">
              <a:rPr lang="en-IN" smtClean="0"/>
              <a:t>11-03-2026</a:t>
            </a:fld>
            <a:endParaRPr lang="en-IN"/>
          </a:p>
        </p:txBody>
      </p:sp>
      <p:sp>
        <p:nvSpPr>
          <p:cNvPr id="8" name="Footer Placeholder 7"/>
          <p:cNvSpPr>
            <a:spLocks noGrp="1"/>
          </p:cNvSpPr>
          <p:nvPr>
            <p:ph type="ftr" sz="quarter" idx="11"/>
          </p:nvPr>
        </p:nvSpPr>
        <p:spPr/>
        <p:txBody>
          <a:bodyPr/>
          <a:lstStyle/>
          <a:p>
            <a:r>
              <a:rPr lang="en-IN"/>
              <a:t>Athor by Sandeep</a:t>
            </a:r>
          </a:p>
        </p:txBody>
      </p:sp>
      <p:sp>
        <p:nvSpPr>
          <p:cNvPr id="9" name="Slide Number Placeholder 8"/>
          <p:cNvSpPr>
            <a:spLocks noGrp="1"/>
          </p:cNvSpPr>
          <p:nvPr>
            <p:ph type="sldNum" sz="quarter" idx="12"/>
          </p:nvPr>
        </p:nvSpPr>
        <p:spPr/>
        <p:txBody>
          <a:bodyPr/>
          <a:lstStyle/>
          <a:p>
            <a:fld id="{B7827676-89B8-4E8C-879B-AC14EC1FD9F0}"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73416555"/>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A7842F2-7DAD-44B7-A2D8-0F0F0E7B3B24}" type="datetime1">
              <a:rPr lang="en-IN" smtClean="0"/>
              <a:t>11-03-2026</a:t>
            </a:fld>
            <a:endParaRPr lang="en-IN"/>
          </a:p>
        </p:txBody>
      </p:sp>
      <p:sp>
        <p:nvSpPr>
          <p:cNvPr id="4" name="Footer Placeholder 3"/>
          <p:cNvSpPr>
            <a:spLocks noGrp="1"/>
          </p:cNvSpPr>
          <p:nvPr>
            <p:ph type="ftr" sz="quarter" idx="11"/>
          </p:nvPr>
        </p:nvSpPr>
        <p:spPr/>
        <p:txBody>
          <a:bodyPr/>
          <a:lstStyle/>
          <a:p>
            <a:r>
              <a:rPr lang="en-IN"/>
              <a:t>Athor by Sandeep</a:t>
            </a:r>
          </a:p>
        </p:txBody>
      </p:sp>
      <p:sp>
        <p:nvSpPr>
          <p:cNvPr id="5" name="Slide Number Placeholder 4"/>
          <p:cNvSpPr>
            <a:spLocks noGrp="1"/>
          </p:cNvSpPr>
          <p:nvPr>
            <p:ph type="sldNum" sz="quarter" idx="12"/>
          </p:nvPr>
        </p:nvSpPr>
        <p:spPr/>
        <p:txBody>
          <a:bodyPr/>
          <a:lstStyle/>
          <a:p>
            <a:fld id="{B7827676-89B8-4E8C-879B-AC14EC1FD9F0}"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60099729"/>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8181F8-83A6-450F-99F5-55DAE9C4F220}" type="datetime1">
              <a:rPr lang="en-IN" smtClean="0"/>
              <a:t>11-03-2026</a:t>
            </a:fld>
            <a:endParaRPr lang="en-IN"/>
          </a:p>
        </p:txBody>
      </p:sp>
      <p:sp>
        <p:nvSpPr>
          <p:cNvPr id="3" name="Footer Placeholder 2"/>
          <p:cNvSpPr>
            <a:spLocks noGrp="1"/>
          </p:cNvSpPr>
          <p:nvPr>
            <p:ph type="ftr" sz="quarter" idx="11"/>
          </p:nvPr>
        </p:nvSpPr>
        <p:spPr/>
        <p:txBody>
          <a:bodyPr/>
          <a:lstStyle/>
          <a:p>
            <a:r>
              <a:rPr lang="en-IN"/>
              <a:t>Athor by Sandeep</a:t>
            </a:r>
          </a:p>
        </p:txBody>
      </p:sp>
      <p:sp>
        <p:nvSpPr>
          <p:cNvPr id="4" name="Slide Number Placeholder 3"/>
          <p:cNvSpPr>
            <a:spLocks noGrp="1"/>
          </p:cNvSpPr>
          <p:nvPr>
            <p:ph type="sldNum" sz="quarter" idx="12"/>
          </p:nvPr>
        </p:nvSpPr>
        <p:spPr/>
        <p:txBody>
          <a:bodyPr/>
          <a:lstStyle/>
          <a:p>
            <a:fld id="{B7827676-89B8-4E8C-879B-AC14EC1FD9F0}" type="slidenum">
              <a:rPr lang="en-IN" smtClean="0"/>
              <a:t>‹#›</a:t>
            </a:fld>
            <a:endParaRPr lang="en-IN"/>
          </a:p>
        </p:txBody>
      </p:sp>
    </p:spTree>
    <p:extLst>
      <p:ext uri="{BB962C8B-B14F-4D97-AF65-F5344CB8AC3E}">
        <p14:creationId xmlns:p14="http://schemas.microsoft.com/office/powerpoint/2010/main" val="2762892841"/>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6EFD394-2529-4EBE-87EA-06DF5D1DB335}" type="datetime1">
              <a:rPr lang="en-IN" smtClean="0"/>
              <a:t>11-03-2026</a:t>
            </a:fld>
            <a:endParaRPr lang="en-IN"/>
          </a:p>
        </p:txBody>
      </p:sp>
      <p:sp>
        <p:nvSpPr>
          <p:cNvPr id="6" name="Footer Placeholder 5"/>
          <p:cNvSpPr>
            <a:spLocks noGrp="1"/>
          </p:cNvSpPr>
          <p:nvPr>
            <p:ph type="ftr" sz="quarter" idx="11"/>
          </p:nvPr>
        </p:nvSpPr>
        <p:spPr/>
        <p:txBody>
          <a:bodyPr/>
          <a:lstStyle/>
          <a:p>
            <a:r>
              <a:rPr lang="en-IN"/>
              <a:t>Athor by Sandeep</a:t>
            </a:r>
          </a:p>
        </p:txBody>
      </p:sp>
      <p:sp>
        <p:nvSpPr>
          <p:cNvPr id="7" name="Slide Number Placeholder 6"/>
          <p:cNvSpPr>
            <a:spLocks noGrp="1"/>
          </p:cNvSpPr>
          <p:nvPr>
            <p:ph type="sldNum" sz="quarter" idx="12"/>
          </p:nvPr>
        </p:nvSpPr>
        <p:spPr/>
        <p:txBody>
          <a:bodyPr/>
          <a:lstStyle/>
          <a:p>
            <a:fld id="{B7827676-89B8-4E8C-879B-AC14EC1FD9F0}"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65059612"/>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36DBD18B-7C22-4414-9812-F70D0EF81B27}" type="datetime1">
              <a:rPr lang="en-IN" smtClean="0"/>
              <a:t>11-03-2026</a:t>
            </a:fld>
            <a:endParaRPr lang="en-IN"/>
          </a:p>
        </p:txBody>
      </p:sp>
      <p:sp>
        <p:nvSpPr>
          <p:cNvPr id="6" name="Footer Placeholder 5"/>
          <p:cNvSpPr>
            <a:spLocks noGrp="1"/>
          </p:cNvSpPr>
          <p:nvPr>
            <p:ph type="ftr" sz="quarter" idx="11"/>
          </p:nvPr>
        </p:nvSpPr>
        <p:spPr>
          <a:xfrm>
            <a:off x="1447382" y="318640"/>
            <a:ext cx="5541004" cy="320931"/>
          </a:xfrm>
        </p:spPr>
        <p:txBody>
          <a:bodyPr/>
          <a:lstStyle/>
          <a:p>
            <a:r>
              <a:rPr lang="en-IN"/>
              <a:t>Athor by Sandeep</a:t>
            </a:r>
          </a:p>
        </p:txBody>
      </p:sp>
      <p:sp>
        <p:nvSpPr>
          <p:cNvPr id="7" name="Slide Number Placeholder 6"/>
          <p:cNvSpPr>
            <a:spLocks noGrp="1"/>
          </p:cNvSpPr>
          <p:nvPr>
            <p:ph type="sldNum" sz="quarter" idx="12"/>
          </p:nvPr>
        </p:nvSpPr>
        <p:spPr/>
        <p:txBody>
          <a:bodyPr/>
          <a:lstStyle/>
          <a:p>
            <a:fld id="{B7827676-89B8-4E8C-879B-AC14EC1FD9F0}"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39104675"/>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E606CC-A11A-4B45-8F53-604A868E9C84}"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78294844"/>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12021E-A356-4117-9350-2DBEFD7A3B78}" type="datetime1">
              <a:rPr lang="en-IN" smtClean="0"/>
              <a:t>11-03-2026</a:t>
            </a:fld>
            <a:endParaRPr lang="en-IN"/>
          </a:p>
        </p:txBody>
      </p:sp>
      <p:sp>
        <p:nvSpPr>
          <p:cNvPr id="5" name="Footer Placeholder 4"/>
          <p:cNvSpPr>
            <a:spLocks noGrp="1"/>
          </p:cNvSpPr>
          <p:nvPr>
            <p:ph type="ftr" sz="quarter" idx="11"/>
          </p:nvPr>
        </p:nvSpPr>
        <p:spPr/>
        <p:txBody>
          <a:bodyPr/>
          <a:lstStyle/>
          <a:p>
            <a:r>
              <a:rPr lang="en-IN"/>
              <a:t>Athor by Sandeep</a:t>
            </a:r>
          </a:p>
        </p:txBody>
      </p:sp>
      <p:sp>
        <p:nvSpPr>
          <p:cNvPr id="6" name="Slide Number Placeholder 5"/>
          <p:cNvSpPr>
            <a:spLocks noGrp="1"/>
          </p:cNvSpPr>
          <p:nvPr>
            <p:ph type="sldNum" sz="quarter" idx="12"/>
          </p:nvPr>
        </p:nvSpPr>
        <p:spPr/>
        <p:txBody>
          <a:bodyPr/>
          <a:lstStyle/>
          <a:p>
            <a:fld id="{B7827676-89B8-4E8C-879B-AC14EC1FD9F0}"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52445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18" Type="http://schemas.openxmlformats.org/officeDocument/2006/relationships/theme" Target="../theme/theme3.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slideLayout" Target="../slideLayouts/slideLayout44.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20" Type="http://schemas.openxmlformats.org/officeDocument/2006/relationships/image" Target="../media/image5.png"/><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slideLayout" Target="../slideLayouts/slideLayout42.xml"/><Relationship Id="rId10" Type="http://schemas.openxmlformats.org/officeDocument/2006/relationships/slideLayout" Target="../slideLayouts/slideLayout37.xml"/><Relationship Id="rId19" Type="http://schemas.openxmlformats.org/officeDocument/2006/relationships/image" Target="../media/image4.png"/><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slideLayout" Target="../slideLayouts/slideLayout57.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17" Type="http://schemas.openxmlformats.org/officeDocument/2006/relationships/theme" Target="../theme/theme4.xml"/><Relationship Id="rId2" Type="http://schemas.openxmlformats.org/officeDocument/2006/relationships/slideLayout" Target="../slideLayouts/slideLayout46.xml"/><Relationship Id="rId16" Type="http://schemas.openxmlformats.org/officeDocument/2006/relationships/slideLayout" Target="../slideLayouts/slideLayout60.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slideLayout" Target="../slideLayouts/slideLayout5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slideLayout" Target="../slideLayouts/slideLayout5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slideLayout" Target="../slideLayouts/slideLayout73.xml"/><Relationship Id="rId18" Type="http://schemas.openxmlformats.org/officeDocument/2006/relationships/theme" Target="../theme/theme5.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17" Type="http://schemas.openxmlformats.org/officeDocument/2006/relationships/slideLayout" Target="../slideLayouts/slideLayout77.xml"/><Relationship Id="rId2" Type="http://schemas.openxmlformats.org/officeDocument/2006/relationships/slideLayout" Target="../slideLayouts/slideLayout62.xml"/><Relationship Id="rId16" Type="http://schemas.openxmlformats.org/officeDocument/2006/relationships/slideLayout" Target="../slideLayouts/slideLayout76.xml"/><Relationship Id="rId20" Type="http://schemas.openxmlformats.org/officeDocument/2006/relationships/image" Target="../media/image10.png"/><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5" Type="http://schemas.openxmlformats.org/officeDocument/2006/relationships/slideLayout" Target="../slideLayouts/slideLayout75.xml"/><Relationship Id="rId10" Type="http://schemas.openxmlformats.org/officeDocument/2006/relationships/slideLayout" Target="../slideLayouts/slideLayout70.xml"/><Relationship Id="rId19" Type="http://schemas.openxmlformats.org/officeDocument/2006/relationships/image" Target="../media/image9.png"/><Relationship Id="rId4" Type="http://schemas.openxmlformats.org/officeDocument/2006/relationships/slideLayout" Target="../slideLayouts/slideLayout64.xml"/><Relationship Id="rId9" Type="http://schemas.openxmlformats.org/officeDocument/2006/relationships/slideLayout" Target="../slideLayouts/slideLayout69.xml"/><Relationship Id="rId14" Type="http://schemas.openxmlformats.org/officeDocument/2006/relationships/slideLayout" Target="../slideLayouts/slideLayout7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85.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6.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96.xml"/><Relationship Id="rId13" Type="http://schemas.openxmlformats.org/officeDocument/2006/relationships/slideLayout" Target="../slideLayouts/slideLayout101.xml"/><Relationship Id="rId18" Type="http://schemas.openxmlformats.org/officeDocument/2006/relationships/theme" Target="../theme/theme7.xml"/><Relationship Id="rId3" Type="http://schemas.openxmlformats.org/officeDocument/2006/relationships/slideLayout" Target="../slideLayouts/slideLayout91.xml"/><Relationship Id="rId7" Type="http://schemas.openxmlformats.org/officeDocument/2006/relationships/slideLayout" Target="../slideLayouts/slideLayout95.xml"/><Relationship Id="rId12" Type="http://schemas.openxmlformats.org/officeDocument/2006/relationships/slideLayout" Target="../slideLayouts/slideLayout100.xml"/><Relationship Id="rId17" Type="http://schemas.openxmlformats.org/officeDocument/2006/relationships/slideLayout" Target="../slideLayouts/slideLayout105.xml"/><Relationship Id="rId2" Type="http://schemas.openxmlformats.org/officeDocument/2006/relationships/slideLayout" Target="../slideLayouts/slideLayout90.xml"/><Relationship Id="rId16" Type="http://schemas.openxmlformats.org/officeDocument/2006/relationships/slideLayout" Target="../slideLayouts/slideLayout104.xml"/><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slideLayout" Target="../slideLayouts/slideLayout99.xml"/><Relationship Id="rId5" Type="http://schemas.openxmlformats.org/officeDocument/2006/relationships/slideLayout" Target="../slideLayouts/slideLayout93.xml"/><Relationship Id="rId15" Type="http://schemas.openxmlformats.org/officeDocument/2006/relationships/slideLayout" Target="../slideLayouts/slideLayout103.xml"/><Relationship Id="rId10" Type="http://schemas.openxmlformats.org/officeDocument/2006/relationships/slideLayout" Target="../slideLayouts/slideLayout98.xml"/><Relationship Id="rId19" Type="http://schemas.openxmlformats.org/officeDocument/2006/relationships/image" Target="../media/image14.png"/><Relationship Id="rId4" Type="http://schemas.openxmlformats.org/officeDocument/2006/relationships/slideLayout" Target="../slideLayouts/slideLayout92.xml"/><Relationship Id="rId9" Type="http://schemas.openxmlformats.org/officeDocument/2006/relationships/slideLayout" Target="../slideLayouts/slideLayout97.xml"/><Relationship Id="rId14" Type="http://schemas.openxmlformats.org/officeDocument/2006/relationships/slideLayout" Target="../slideLayouts/slideLayout102.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13.xml"/><Relationship Id="rId13" Type="http://schemas.openxmlformats.org/officeDocument/2006/relationships/image" Target="../media/image15.jpg"/><Relationship Id="rId3" Type="http://schemas.openxmlformats.org/officeDocument/2006/relationships/slideLayout" Target="../slideLayouts/slideLayout108.xml"/><Relationship Id="rId7" Type="http://schemas.openxmlformats.org/officeDocument/2006/relationships/slideLayout" Target="../slideLayouts/slideLayout112.xml"/><Relationship Id="rId12" Type="http://schemas.openxmlformats.org/officeDocument/2006/relationships/theme" Target="../theme/theme8.xml"/><Relationship Id="rId2" Type="http://schemas.openxmlformats.org/officeDocument/2006/relationships/slideLayout" Target="../slideLayouts/slideLayout107.xml"/><Relationship Id="rId1" Type="http://schemas.openxmlformats.org/officeDocument/2006/relationships/slideLayout" Target="../slideLayouts/slideLayout106.xml"/><Relationship Id="rId6" Type="http://schemas.openxmlformats.org/officeDocument/2006/relationships/slideLayout" Target="../slideLayouts/slideLayout111.xml"/><Relationship Id="rId11" Type="http://schemas.openxmlformats.org/officeDocument/2006/relationships/slideLayout" Target="../slideLayouts/slideLayout116.xml"/><Relationship Id="rId5" Type="http://schemas.openxmlformats.org/officeDocument/2006/relationships/slideLayout" Target="../slideLayouts/slideLayout110.xml"/><Relationship Id="rId10" Type="http://schemas.openxmlformats.org/officeDocument/2006/relationships/slideLayout" Target="../slideLayouts/slideLayout115.xml"/><Relationship Id="rId4" Type="http://schemas.openxmlformats.org/officeDocument/2006/relationships/slideLayout" Target="../slideLayouts/slideLayout109.xml"/><Relationship Id="rId9" Type="http://schemas.openxmlformats.org/officeDocument/2006/relationships/slideLayout" Target="../slideLayouts/slideLayout1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7DE40A05-009A-42B6-B452-8F4F3E475C91}" type="datetime1">
              <a:rPr lang="en-IN" smtClean="0"/>
              <a:t>11-03-2026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IN"/>
              <a:t>Athor by Sandeep</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7827676-89B8-4E8C-879B-AC14EC1FD9F0}"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1439345"/>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Lst>
  <p:hf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DE40A05-009A-42B6-B452-8F4F3E475C91}" type="datetime1">
              <a:rPr lang="en-IN" smtClean="0"/>
              <a:t>11-03-2026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IN"/>
              <a:t>Athor by Sandeep</a:t>
            </a: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7827676-89B8-4E8C-879B-AC14EC1FD9F0}" type="slidenum">
              <a:rPr lang="en-IN" smtClean="0"/>
              <a:t>‹#›</a:t>
            </a:fld>
            <a:endParaRPr lang="en-IN"/>
          </a:p>
        </p:txBody>
      </p:sp>
    </p:spTree>
    <p:extLst>
      <p:ext uri="{BB962C8B-B14F-4D97-AF65-F5344CB8AC3E}">
        <p14:creationId xmlns:p14="http://schemas.microsoft.com/office/powerpoint/2010/main" val="3108330406"/>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 id="2147483771" r:id="rId12"/>
    <p:sldLayoutId id="2147483772" r:id="rId13"/>
    <p:sldLayoutId id="2147483773" r:id="rId14"/>
    <p:sldLayoutId id="2147483774" r:id="rId15"/>
    <p:sldLayoutId id="2147483775" r:id="rId16"/>
  </p:sldLayoutIdLst>
  <p:hf hd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DE40A05-009A-42B6-B452-8F4F3E475C91}" type="datetime1">
              <a:rPr lang="en-IN" smtClean="0"/>
              <a:t>11-03-2026</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en-IN"/>
              <a:t>Athor by Sandeep</a:t>
            </a:r>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7827676-89B8-4E8C-879B-AC14EC1FD9F0}" type="slidenum">
              <a:rPr lang="en-IN" smtClean="0"/>
              <a:t>‹#›</a:t>
            </a:fld>
            <a:endParaRPr lang="en-IN"/>
          </a:p>
        </p:txBody>
      </p:sp>
    </p:spTree>
    <p:extLst>
      <p:ext uri="{BB962C8B-B14F-4D97-AF65-F5344CB8AC3E}">
        <p14:creationId xmlns:p14="http://schemas.microsoft.com/office/powerpoint/2010/main" val="2639048793"/>
      </p:ext>
    </p:extLst>
  </p:cSld>
  <p:clrMap bg1="lt1" tx1="dk1" bg2="lt2" tx2="dk2" accent1="accent1" accent2="accent2" accent3="accent3" accent4="accent4" accent5="accent5" accent6="accent6" hlink="hlink" folHlink="folHlink"/>
  <p:sldLayoutIdLst>
    <p:sldLayoutId id="2147483795" r:id="rId1"/>
    <p:sldLayoutId id="2147483796" r:id="rId2"/>
    <p:sldLayoutId id="2147483797" r:id="rId3"/>
    <p:sldLayoutId id="2147483798" r:id="rId4"/>
    <p:sldLayoutId id="2147483799" r:id="rId5"/>
    <p:sldLayoutId id="2147483800" r:id="rId6"/>
    <p:sldLayoutId id="2147483801" r:id="rId7"/>
    <p:sldLayoutId id="2147483802" r:id="rId8"/>
    <p:sldLayoutId id="2147483803" r:id="rId9"/>
    <p:sldLayoutId id="2147483804" r:id="rId10"/>
    <p:sldLayoutId id="2147483805" r:id="rId11"/>
    <p:sldLayoutId id="2147483806" r:id="rId12"/>
    <p:sldLayoutId id="2147483807" r:id="rId13"/>
    <p:sldLayoutId id="2147483808" r:id="rId14"/>
    <p:sldLayoutId id="2147483809" r:id="rId15"/>
    <p:sldLayoutId id="2147483810" r:id="rId16"/>
    <p:sldLayoutId id="2147483811" r:id="rId17"/>
  </p:sldLayoutIdLst>
  <p:hf hdr="0" dt="0"/>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7DE40A05-009A-42B6-B452-8F4F3E475C91}" type="datetime1">
              <a:rPr lang="en-IN" smtClean="0"/>
              <a:t>11-03-2026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IN"/>
              <a:t>Athor by Sandeep</a:t>
            </a:r>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B7827676-89B8-4E8C-879B-AC14EC1FD9F0}" type="slidenum">
              <a:rPr lang="en-IN" smtClean="0"/>
              <a:t>‹#›</a:t>
            </a:fld>
            <a:endParaRPr lang="en-IN"/>
          </a:p>
        </p:txBody>
      </p:sp>
    </p:spTree>
    <p:extLst>
      <p:ext uri="{BB962C8B-B14F-4D97-AF65-F5344CB8AC3E}">
        <p14:creationId xmlns:p14="http://schemas.microsoft.com/office/powerpoint/2010/main" val="2833890714"/>
      </p:ext>
    </p:extLst>
  </p:cSld>
  <p:clrMap bg1="lt1" tx1="dk1" bg2="lt2" tx2="dk2" accent1="accent1" accent2="accent2" accent3="accent3" accent4="accent4" accent5="accent5" accent6="accent6" hlink="hlink" folHlink="folHlink"/>
  <p:sldLayoutIdLst>
    <p:sldLayoutId id="2147483813" r:id="rId1"/>
    <p:sldLayoutId id="2147483814" r:id="rId2"/>
    <p:sldLayoutId id="2147483815" r:id="rId3"/>
    <p:sldLayoutId id="2147483816" r:id="rId4"/>
    <p:sldLayoutId id="2147483817" r:id="rId5"/>
    <p:sldLayoutId id="2147483818" r:id="rId6"/>
    <p:sldLayoutId id="2147483819" r:id="rId7"/>
    <p:sldLayoutId id="2147483820" r:id="rId8"/>
    <p:sldLayoutId id="2147483821" r:id="rId9"/>
    <p:sldLayoutId id="2147483822" r:id="rId10"/>
    <p:sldLayoutId id="2147483823" r:id="rId11"/>
    <p:sldLayoutId id="2147483824" r:id="rId12"/>
    <p:sldLayoutId id="2147483825" r:id="rId13"/>
    <p:sldLayoutId id="2147483826" r:id="rId14"/>
    <p:sldLayoutId id="2147483827" r:id="rId15"/>
    <p:sldLayoutId id="2147483828" r:id="rId16"/>
  </p:sldLayoutIdLst>
  <p:hf hd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12188825" cy="6856215"/>
            <a:chOff x="0" y="0"/>
            <a:chExt cx="12188825" cy="6856215"/>
          </a:xfrm>
        </p:grpSpPr>
        <p:pic>
          <p:nvPicPr>
            <p:cNvPr id="8" name="Picture 7" descr="HD-PanelContent-V.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r="5093"/>
            <a:stretch/>
          </p:blipFill>
          <p:spPr>
            <a:xfrm rot="5400000">
              <a:off x="5706471" y="76265"/>
              <a:ext cx="758952"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r="5093"/>
            <a:stretch/>
          </p:blipFill>
          <p:spPr>
            <a:xfrm rot="5400000">
              <a:off x="5706470" y="6173526"/>
              <a:ext cx="758952"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DE40A05-009A-42B6-B452-8F4F3E475C91}" type="datetime1">
              <a:rPr lang="en-IN" smtClean="0"/>
              <a:t>11-03-2026</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en-IN"/>
              <a:t>Athor by Sandeep</a:t>
            </a:r>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7827676-89B8-4E8C-879B-AC14EC1FD9F0}" type="slidenum">
              <a:rPr lang="en-IN" smtClean="0"/>
              <a:t>‹#›</a:t>
            </a:fld>
            <a:endParaRPr lang="en-IN"/>
          </a:p>
        </p:txBody>
      </p:sp>
    </p:spTree>
    <p:extLst>
      <p:ext uri="{BB962C8B-B14F-4D97-AF65-F5344CB8AC3E}">
        <p14:creationId xmlns:p14="http://schemas.microsoft.com/office/powerpoint/2010/main" val="3616206412"/>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 id="2147483853" r:id="rId6"/>
    <p:sldLayoutId id="2147483854" r:id="rId7"/>
    <p:sldLayoutId id="2147483855" r:id="rId8"/>
    <p:sldLayoutId id="2147483856" r:id="rId9"/>
    <p:sldLayoutId id="2147483857" r:id="rId10"/>
    <p:sldLayoutId id="2147483858" r:id="rId11"/>
    <p:sldLayoutId id="2147483859" r:id="rId12"/>
    <p:sldLayoutId id="2147483860" r:id="rId13"/>
    <p:sldLayoutId id="2147483861" r:id="rId14"/>
    <p:sldLayoutId id="2147483862" r:id="rId15"/>
    <p:sldLayoutId id="2147483863" r:id="rId16"/>
    <p:sldLayoutId id="2147483864" r:id="rId17"/>
  </p:sldLayoutIdLst>
  <p:hf hdr="0" dt="0"/>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E40A05-009A-42B6-B452-8F4F3E475C91}" type="datetime1">
              <a:rPr lang="en-IN" smtClean="0"/>
              <a:t>11-03-2026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Athor by Sandeep</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827676-89B8-4E8C-879B-AC14EC1FD9F0}" type="slidenum">
              <a:rPr lang="en-IN" smtClean="0"/>
              <a:t>‹#›</a:t>
            </a:fld>
            <a:endParaRPr lang="en-IN"/>
          </a:p>
        </p:txBody>
      </p:sp>
    </p:spTree>
    <p:extLst>
      <p:ext uri="{BB962C8B-B14F-4D97-AF65-F5344CB8AC3E}">
        <p14:creationId xmlns:p14="http://schemas.microsoft.com/office/powerpoint/2010/main" val="2255719548"/>
      </p:ext>
    </p:extLst>
  </p:cSld>
  <p:clrMap bg1="lt1" tx1="dk1" bg2="lt2" tx2="dk2" accent1="accent1" accent2="accent2" accent3="accent3" accent4="accent4" accent5="accent5" accent6="accent6" hlink="hlink" folHlink="folHlink"/>
  <p:sldLayoutIdLst>
    <p:sldLayoutId id="2147483878" r:id="rId1"/>
    <p:sldLayoutId id="2147483879" r:id="rId2"/>
    <p:sldLayoutId id="2147483880" r:id="rId3"/>
    <p:sldLayoutId id="2147483881" r:id="rId4"/>
    <p:sldLayoutId id="2147483882" r:id="rId5"/>
    <p:sldLayoutId id="2147483883" r:id="rId6"/>
    <p:sldLayoutId id="2147483884" r:id="rId7"/>
    <p:sldLayoutId id="2147483885" r:id="rId8"/>
    <p:sldLayoutId id="2147483886" r:id="rId9"/>
    <p:sldLayoutId id="2147483887" r:id="rId10"/>
    <p:sldLayoutId id="2147483888"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7DE40A05-009A-42B6-B452-8F4F3E475C91}" type="datetime1">
              <a:rPr lang="en-IN" smtClean="0"/>
              <a:t>11-03-2026</a:t>
            </a:fld>
            <a:endParaRPr lang="en-IN"/>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r>
              <a:rPr lang="en-IN"/>
              <a:t>Athor by Sandeep</a:t>
            </a:r>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7827676-89B8-4E8C-879B-AC14EC1FD9F0}" type="slidenum">
              <a:rPr lang="en-IN" smtClean="0"/>
              <a:t>‹#›</a:t>
            </a:fld>
            <a:endParaRPr lang="en-IN"/>
          </a:p>
        </p:txBody>
      </p:sp>
    </p:spTree>
    <p:extLst>
      <p:ext uri="{BB962C8B-B14F-4D97-AF65-F5344CB8AC3E}">
        <p14:creationId xmlns:p14="http://schemas.microsoft.com/office/powerpoint/2010/main" val="984826930"/>
      </p:ext>
    </p:extLst>
  </p:cSld>
  <p:clrMap bg1="dk1" tx1="lt1" bg2="dk2" tx2="lt2" accent1="accent1" accent2="accent2" accent3="accent3" accent4="accent4" accent5="accent5" accent6="accent6" hlink="hlink" folHlink="folHlink"/>
  <p:sldLayoutIdLst>
    <p:sldLayoutId id="2147483890" r:id="rId1"/>
    <p:sldLayoutId id="2147483891" r:id="rId2"/>
    <p:sldLayoutId id="2147483892" r:id="rId3"/>
    <p:sldLayoutId id="2147483893" r:id="rId4"/>
    <p:sldLayoutId id="2147483894" r:id="rId5"/>
    <p:sldLayoutId id="2147483895" r:id="rId6"/>
    <p:sldLayoutId id="2147483896" r:id="rId7"/>
    <p:sldLayoutId id="2147483897" r:id="rId8"/>
    <p:sldLayoutId id="2147483898" r:id="rId9"/>
    <p:sldLayoutId id="2147483899" r:id="rId10"/>
    <p:sldLayoutId id="2147483900" r:id="rId11"/>
    <p:sldLayoutId id="2147483901" r:id="rId12"/>
    <p:sldLayoutId id="2147483902" r:id="rId13"/>
    <p:sldLayoutId id="2147483903" r:id="rId14"/>
    <p:sldLayoutId id="2147483904" r:id="rId15"/>
    <p:sldLayoutId id="2147483905" r:id="rId16"/>
    <p:sldLayoutId id="2147483906" r:id="rId17"/>
  </p:sldLayoutIdLst>
  <p:hf hd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7DE40A05-009A-42B6-B452-8F4F3E475C91}" type="datetime1">
              <a:rPr lang="en-IN" smtClean="0"/>
              <a:t>11-03-2026</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IN"/>
              <a:t>Athor by Sandeep</a:t>
            </a:r>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B7827676-89B8-4E8C-879B-AC14EC1FD9F0}"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4713731"/>
      </p:ext>
    </p:extLst>
  </p:cSld>
  <p:clrMap bg1="lt1" tx1="dk1" bg2="lt2" tx2="dk2" accent1="accent1" accent2="accent2" accent3="accent3" accent4="accent4" accent5="accent5" accent6="accent6" hlink="hlink" folHlink="folHlink"/>
  <p:sldLayoutIdLst>
    <p:sldLayoutId id="2147483908" r:id="rId1"/>
    <p:sldLayoutId id="2147483909" r:id="rId2"/>
    <p:sldLayoutId id="2147483910" r:id="rId3"/>
    <p:sldLayoutId id="2147483911" r:id="rId4"/>
    <p:sldLayoutId id="2147483912" r:id="rId5"/>
    <p:sldLayoutId id="2147483913" r:id="rId6"/>
    <p:sldLayoutId id="2147483914" r:id="rId7"/>
    <p:sldLayoutId id="2147483915" r:id="rId8"/>
    <p:sldLayoutId id="2147483916" r:id="rId9"/>
    <p:sldLayoutId id="2147483917" r:id="rId10"/>
    <p:sldLayoutId id="2147483918" r:id="rId11"/>
  </p:sldLayoutIdLst>
  <p:hf hd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0A02A19D-9952-84D6-CB4C-39E09C0A73B2}"/>
              </a:ext>
            </a:extLst>
          </p:cNvPr>
          <p:cNvSpPr>
            <a:spLocks noGrp="1"/>
          </p:cNvSpPr>
          <p:nvPr>
            <p:ph type="ftr" sz="quarter" idx="11"/>
          </p:nvPr>
        </p:nvSpPr>
        <p:spPr>
          <a:xfrm>
            <a:off x="0" y="6346825"/>
            <a:ext cx="4114800" cy="365125"/>
          </a:xfrm>
        </p:spPr>
        <p:txBody>
          <a:bodyPr/>
          <a:lstStyle/>
          <a:p>
            <a:pPr algn="l"/>
            <a:r>
              <a:rPr lang="en-IN" sz="1000" b="1" i="1" dirty="0">
                <a:solidFill>
                  <a:schemeClr val="bg1">
                    <a:lumMod val="50000"/>
                  </a:schemeClr>
                </a:solidFill>
                <a:effectLst>
                  <a:outerShdw blurRad="38100" dist="38100" dir="2700000" algn="tl">
                    <a:srgbClr val="000000">
                      <a:alpha val="43137"/>
                    </a:srgbClr>
                  </a:outerShdw>
                </a:effectLst>
              </a:rPr>
              <a:t>Athor by Sandeep</a:t>
            </a:r>
          </a:p>
        </p:txBody>
      </p:sp>
      <p:sp>
        <p:nvSpPr>
          <p:cNvPr id="6" name="Slide Number Placeholder 5">
            <a:extLst>
              <a:ext uri="{FF2B5EF4-FFF2-40B4-BE49-F238E27FC236}">
                <a16:creationId xmlns:a16="http://schemas.microsoft.com/office/drawing/2014/main" id="{A0EB526D-E4EC-EE51-EDC1-135FC51F8131}"/>
              </a:ext>
            </a:extLst>
          </p:cNvPr>
          <p:cNvSpPr>
            <a:spLocks noGrp="1"/>
          </p:cNvSpPr>
          <p:nvPr>
            <p:ph type="sldNum" sz="quarter" idx="12"/>
          </p:nvPr>
        </p:nvSpPr>
        <p:spPr/>
        <p:txBody>
          <a:bodyPr/>
          <a:lstStyle/>
          <a:p>
            <a:fld id="{B7827676-89B8-4E8C-879B-AC14EC1FD9F0}" type="slidenum">
              <a:rPr lang="en-IN" sz="1000" b="1" smtClean="0">
                <a:solidFill>
                  <a:schemeClr val="tx1"/>
                </a:solidFill>
              </a:rPr>
              <a:t>1</a:t>
            </a:fld>
            <a:endParaRPr lang="en-IN" sz="1000" b="1">
              <a:solidFill>
                <a:schemeClr val="tx1"/>
              </a:solidFill>
            </a:endParaRPr>
          </a:p>
        </p:txBody>
      </p:sp>
      <p:sp>
        <p:nvSpPr>
          <p:cNvPr id="2" name="Title 1">
            <a:extLst>
              <a:ext uri="{FF2B5EF4-FFF2-40B4-BE49-F238E27FC236}">
                <a16:creationId xmlns:a16="http://schemas.microsoft.com/office/drawing/2014/main" id="{D56A0FEB-0FE1-E43B-262E-86126506EE6D}"/>
              </a:ext>
            </a:extLst>
          </p:cNvPr>
          <p:cNvSpPr>
            <a:spLocks noGrp="1"/>
          </p:cNvSpPr>
          <p:nvPr>
            <p:ph type="ctrTitle" idx="4294967295"/>
          </p:nvPr>
        </p:nvSpPr>
        <p:spPr>
          <a:xfrm>
            <a:off x="0" y="2235200"/>
            <a:ext cx="9144000" cy="2387600"/>
          </a:xfrm>
        </p:spPr>
        <p:txBody>
          <a:bodyPr>
            <a:normAutofit/>
          </a:bodyPr>
          <a:lstStyle/>
          <a:p>
            <a:pPr algn="ctr"/>
            <a:r>
              <a:rPr lang="en-US" sz="6600" u="sng" dirty="0">
                <a:solidFill>
                  <a:srgbClr val="FF0000"/>
                </a:solidFill>
                <a:effectLst>
                  <a:outerShdw blurRad="38100" dist="38100" dir="2700000" algn="tl">
                    <a:srgbClr val="000000">
                      <a:alpha val="43137"/>
                    </a:srgbClr>
                  </a:outerShdw>
                  <a:reflection blurRad="6350" stA="60000" endA="900" endPos="60000" dist="60007" dir="5400000" sy="-100000" algn="bl" rotWithShape="0"/>
                </a:effectLst>
                <a:latin typeface="Algerian" panose="04020705040A02060702" pitchFamily="82" charset="0"/>
              </a:rPr>
              <a:t>Visual studio</a:t>
            </a:r>
            <a:br>
              <a:rPr lang="en-US" sz="6600" u="sng" dirty="0">
                <a:solidFill>
                  <a:srgbClr val="FF0000"/>
                </a:solidFill>
                <a:effectLst>
                  <a:outerShdw blurRad="38100" dist="38100" dir="2700000" algn="tl">
                    <a:srgbClr val="000000">
                      <a:alpha val="43137"/>
                    </a:srgbClr>
                  </a:outerShdw>
                  <a:reflection blurRad="6350" stA="60000" endA="900" endPos="60000" dist="60007" dir="5400000" sy="-100000" algn="bl" rotWithShape="0"/>
                </a:effectLst>
                <a:latin typeface="Algerian" panose="04020705040A02060702" pitchFamily="82" charset="0"/>
              </a:rPr>
            </a:br>
            <a:endParaRPr lang="en-IN" sz="6600" u="sng" dirty="0">
              <a:solidFill>
                <a:srgbClr val="FF0000"/>
              </a:solidFill>
              <a:effectLst>
                <a:outerShdw blurRad="38100" dist="38100" dir="2700000" algn="tl">
                  <a:srgbClr val="000000">
                    <a:alpha val="43137"/>
                  </a:srgbClr>
                </a:outerShdw>
                <a:reflection blurRad="6350" stA="60000" endA="900" endPos="60000" dist="60007" dir="5400000" sy="-100000" algn="bl" rotWithShape="0"/>
              </a:effectLst>
              <a:latin typeface="Algerian" panose="04020705040A02060702" pitchFamily="82" charset="0"/>
            </a:endParaRP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275DE99F-E55E-20F4-E218-5FE28E70AEA0}"/>
                  </a:ext>
                </a:extLst>
              </p14:cNvPr>
              <p14:cNvContentPartPr/>
              <p14:nvPr/>
            </p14:nvContentPartPr>
            <p14:xfrm>
              <a:off x="1581120" y="5848200"/>
              <a:ext cx="360" cy="360"/>
            </p14:xfrm>
          </p:contentPart>
        </mc:Choice>
        <mc:Fallback xmlns="">
          <p:pic>
            <p:nvPicPr>
              <p:cNvPr id="3" name="Ink 2">
                <a:extLst>
                  <a:ext uri="{FF2B5EF4-FFF2-40B4-BE49-F238E27FC236}">
                    <a16:creationId xmlns:a16="http://schemas.microsoft.com/office/drawing/2014/main" id="{275DE99F-E55E-20F4-E218-5FE28E70AEA0}"/>
                  </a:ext>
                </a:extLst>
              </p:cNvPr>
              <p:cNvPicPr/>
              <p:nvPr/>
            </p:nvPicPr>
            <p:blipFill>
              <a:blip r:embed="rId4"/>
              <a:stretch>
                <a:fillRect/>
              </a:stretch>
            </p:blipFill>
            <p:spPr>
              <a:xfrm>
                <a:off x="1571760" y="5838840"/>
                <a:ext cx="19080" cy="19080"/>
              </a:xfrm>
              <a:prstGeom prst="rect">
                <a:avLst/>
              </a:prstGeom>
            </p:spPr>
          </p:pic>
        </mc:Fallback>
      </mc:AlternateContent>
    </p:spTree>
    <p:extLst>
      <p:ext uri="{BB962C8B-B14F-4D97-AF65-F5344CB8AC3E}">
        <p14:creationId xmlns:p14="http://schemas.microsoft.com/office/powerpoint/2010/main" val="744904229"/>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C88BE-EC31-63FB-032C-51CB132DF8CC}"/>
              </a:ext>
            </a:extLst>
          </p:cNvPr>
          <p:cNvSpPr>
            <a:spLocks noGrp="1"/>
          </p:cNvSpPr>
          <p:nvPr>
            <p:ph type="title"/>
          </p:nvPr>
        </p:nvSpPr>
        <p:spPr/>
        <p:txBody>
          <a:bodyPr>
            <a:normAutofit fontScale="90000"/>
          </a:bodyPr>
          <a:lstStyle/>
          <a:p>
            <a:br>
              <a:rPr lang="en-IN" dirty="0">
                <a:solidFill>
                  <a:schemeClr val="tx1"/>
                </a:solidFill>
              </a:rPr>
            </a:br>
            <a:r>
              <a:rPr lang="en-IN" dirty="0">
                <a:solidFill>
                  <a:schemeClr val="tx1"/>
                </a:solidFill>
              </a:rPr>
              <a:t>What is Visual Studio?</a:t>
            </a:r>
          </a:p>
        </p:txBody>
      </p:sp>
      <p:sp>
        <p:nvSpPr>
          <p:cNvPr id="3" name="Content Placeholder 2">
            <a:extLst>
              <a:ext uri="{FF2B5EF4-FFF2-40B4-BE49-F238E27FC236}">
                <a16:creationId xmlns:a16="http://schemas.microsoft.com/office/drawing/2014/main" id="{33E02498-E645-D12C-1A04-0044055709B1}"/>
              </a:ext>
            </a:extLst>
          </p:cNvPr>
          <p:cNvSpPr>
            <a:spLocks noGrp="1"/>
          </p:cNvSpPr>
          <p:nvPr>
            <p:ph idx="1"/>
          </p:nvPr>
        </p:nvSpPr>
        <p:spPr/>
        <p:txBody>
          <a:bodyPr>
            <a:normAutofit/>
          </a:bodyPr>
          <a:lstStyle/>
          <a:p>
            <a:pPr>
              <a:buClr>
                <a:schemeClr val="tx1"/>
              </a:buClr>
              <a:buFont typeface="Wingdings" panose="05000000000000000000" pitchFamily="2" charset="2"/>
              <a:buChar char="Ø"/>
            </a:pPr>
            <a:r>
              <a:rPr lang="en-US" sz="2400" dirty="0">
                <a:solidFill>
                  <a:schemeClr val="tx1"/>
                </a:solidFill>
              </a:rPr>
              <a:t>V</a:t>
            </a:r>
            <a:r>
              <a:rPr lang="en-IN" sz="2400" dirty="0" err="1">
                <a:solidFill>
                  <a:schemeClr val="tx1"/>
                </a:solidFill>
              </a:rPr>
              <a:t>isual</a:t>
            </a:r>
            <a:r>
              <a:rPr lang="en-IN" sz="2400" dirty="0">
                <a:solidFill>
                  <a:schemeClr val="tx1"/>
                </a:solidFill>
              </a:rPr>
              <a:t> Studio Code (VS Code) is free, cross-platform code editor developed by Microsoft, widely used by developers for its speed, flexibility, and powerful tools like debugging, Git integration, and extensions. It supports almost every programming language and is highly customizable, making it one of the most popular editors worldwide.</a:t>
            </a:r>
          </a:p>
        </p:txBody>
      </p:sp>
      <p:sp>
        <p:nvSpPr>
          <p:cNvPr id="4" name="Footer Placeholder 3">
            <a:extLst>
              <a:ext uri="{FF2B5EF4-FFF2-40B4-BE49-F238E27FC236}">
                <a16:creationId xmlns:a16="http://schemas.microsoft.com/office/drawing/2014/main" id="{640F3AFE-4EAB-EBB9-639B-6768ACAE9224}"/>
              </a:ext>
            </a:extLst>
          </p:cNvPr>
          <p:cNvSpPr>
            <a:spLocks noGrp="1"/>
          </p:cNvSpPr>
          <p:nvPr>
            <p:ph type="ftr" sz="quarter" idx="11"/>
          </p:nvPr>
        </p:nvSpPr>
        <p:spPr/>
        <p:txBody>
          <a:bodyPr/>
          <a:lstStyle/>
          <a:p>
            <a:r>
              <a:rPr lang="en-IN"/>
              <a:t>Athor by Sandeep</a:t>
            </a:r>
            <a:endParaRPr lang="en-IN" dirty="0"/>
          </a:p>
        </p:txBody>
      </p:sp>
      <p:sp>
        <p:nvSpPr>
          <p:cNvPr id="5" name="Slide Number Placeholder 4">
            <a:extLst>
              <a:ext uri="{FF2B5EF4-FFF2-40B4-BE49-F238E27FC236}">
                <a16:creationId xmlns:a16="http://schemas.microsoft.com/office/drawing/2014/main" id="{B4D9E3E8-566E-CA33-51BE-2F2FBAB9F047}"/>
              </a:ext>
            </a:extLst>
          </p:cNvPr>
          <p:cNvSpPr>
            <a:spLocks noGrp="1"/>
          </p:cNvSpPr>
          <p:nvPr>
            <p:ph type="sldNum" sz="quarter" idx="12"/>
          </p:nvPr>
        </p:nvSpPr>
        <p:spPr/>
        <p:txBody>
          <a:bodyPr/>
          <a:lstStyle/>
          <a:p>
            <a:fld id="{B7827676-89B8-4E8C-879B-AC14EC1FD9F0}" type="slidenum">
              <a:rPr lang="en-IN" smtClean="0"/>
              <a:t>2</a:t>
            </a:fld>
            <a:endParaRPr lang="en-IN"/>
          </a:p>
        </p:txBody>
      </p:sp>
    </p:spTree>
    <p:extLst>
      <p:ext uri="{BB962C8B-B14F-4D97-AF65-F5344CB8AC3E}">
        <p14:creationId xmlns:p14="http://schemas.microsoft.com/office/powerpoint/2010/main" val="2060984527"/>
      </p:ext>
    </p:extLst>
  </p:cSld>
  <p:clrMapOvr>
    <a:masterClrMapping/>
  </p:clrMapOvr>
  <p:transition spd="slow">
    <p:randomBar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F17AF-C510-4AB1-EF13-EE0FE29A7280}"/>
              </a:ext>
            </a:extLst>
          </p:cNvPr>
          <p:cNvSpPr>
            <a:spLocks noGrp="1"/>
          </p:cNvSpPr>
          <p:nvPr>
            <p:ph type="title"/>
          </p:nvPr>
        </p:nvSpPr>
        <p:spPr/>
        <p:txBody>
          <a:bodyPr/>
          <a:lstStyle/>
          <a:p>
            <a:r>
              <a:rPr lang="en-US" dirty="0">
                <a:solidFill>
                  <a:schemeClr val="tx1"/>
                </a:solidFill>
              </a:rPr>
              <a:t>Key Facts About VS Code.</a:t>
            </a:r>
            <a:endParaRPr lang="en-IN" dirty="0">
              <a:solidFill>
                <a:schemeClr val="tx1"/>
              </a:solidFill>
            </a:endParaRPr>
          </a:p>
        </p:txBody>
      </p:sp>
      <p:sp>
        <p:nvSpPr>
          <p:cNvPr id="3" name="Content Placeholder 2">
            <a:extLst>
              <a:ext uri="{FF2B5EF4-FFF2-40B4-BE49-F238E27FC236}">
                <a16:creationId xmlns:a16="http://schemas.microsoft.com/office/drawing/2014/main" id="{F92EDCBC-C149-93D4-2720-F6F0E775006F}"/>
              </a:ext>
            </a:extLst>
          </p:cNvPr>
          <p:cNvSpPr>
            <a:spLocks noGrp="1"/>
          </p:cNvSpPr>
          <p:nvPr>
            <p:ph idx="1"/>
          </p:nvPr>
        </p:nvSpPr>
        <p:spPr/>
        <p:txBody>
          <a:bodyPr>
            <a:normAutofit/>
          </a:bodyPr>
          <a:lstStyle/>
          <a:p>
            <a:pPr>
              <a:buFont typeface="Wingdings" panose="05000000000000000000" pitchFamily="2" charset="2"/>
              <a:buChar char="v"/>
            </a:pPr>
            <a:r>
              <a:rPr lang="en-US" sz="2400" b="1" dirty="0"/>
              <a:t>Developer:</a:t>
            </a:r>
            <a:r>
              <a:rPr lang="en-US" sz="2400" dirty="0"/>
              <a:t> Microsoft</a:t>
            </a:r>
          </a:p>
          <a:p>
            <a:pPr>
              <a:buFont typeface="Wingdings" panose="05000000000000000000" pitchFamily="2" charset="2"/>
              <a:buChar char="v"/>
            </a:pPr>
            <a:r>
              <a:rPr lang="en-IN" sz="2400" b="1" dirty="0"/>
              <a:t>Initial Release: </a:t>
            </a:r>
            <a:r>
              <a:rPr lang="en-IN" sz="2400" dirty="0"/>
              <a:t>April 29, 2015</a:t>
            </a:r>
          </a:p>
          <a:p>
            <a:pPr>
              <a:buFont typeface="Wingdings" panose="05000000000000000000" pitchFamily="2" charset="2"/>
              <a:buChar char="v"/>
            </a:pPr>
            <a:r>
              <a:rPr lang="en-IN" sz="2400" b="1" dirty="0"/>
              <a:t>Latest Stable Version:</a:t>
            </a:r>
            <a:r>
              <a:rPr lang="en-IN" sz="2400" dirty="0"/>
              <a:t> 1.110.1 (March 6, 2026)</a:t>
            </a:r>
          </a:p>
          <a:p>
            <a:pPr>
              <a:buFont typeface="Wingdings" panose="05000000000000000000" pitchFamily="2" charset="2"/>
              <a:buChar char="v"/>
            </a:pPr>
            <a:r>
              <a:rPr lang="en-IN" sz="2400" b="1" dirty="0"/>
              <a:t>Platforms: </a:t>
            </a:r>
            <a:r>
              <a:rPr lang="en-IN" sz="2400" dirty="0"/>
              <a:t>Windows, macOS, Linux</a:t>
            </a:r>
          </a:p>
          <a:p>
            <a:pPr>
              <a:buFont typeface="Wingdings" panose="05000000000000000000" pitchFamily="2" charset="2"/>
              <a:buChar char="v"/>
            </a:pPr>
            <a:r>
              <a:rPr lang="en-IN" sz="2400" b="1" dirty="0"/>
              <a:t>Languages Supported: </a:t>
            </a:r>
            <a:r>
              <a:rPr lang="en-IN" sz="2400" dirty="0"/>
              <a:t>15+ (English, Chinese, French, German, Spanish, Japanese, etc..)</a:t>
            </a:r>
          </a:p>
          <a:p>
            <a:pPr>
              <a:buFont typeface="Wingdings" panose="05000000000000000000" pitchFamily="2" charset="2"/>
              <a:buChar char="v"/>
            </a:pPr>
            <a:r>
              <a:rPr lang="en-IN" sz="2400" b="1" dirty="0"/>
              <a:t>License: </a:t>
            </a:r>
            <a:r>
              <a:rPr lang="en-IN" sz="2400" dirty="0"/>
              <a:t>Proprietary freeware, based on open-source components</a:t>
            </a:r>
            <a:endParaRPr lang="en-IN" sz="2400" b="1" dirty="0"/>
          </a:p>
        </p:txBody>
      </p:sp>
      <p:sp>
        <p:nvSpPr>
          <p:cNvPr id="4" name="Footer Placeholder 3">
            <a:extLst>
              <a:ext uri="{FF2B5EF4-FFF2-40B4-BE49-F238E27FC236}">
                <a16:creationId xmlns:a16="http://schemas.microsoft.com/office/drawing/2014/main" id="{C433721C-ADDA-3FEF-BE74-5667EF1DE0C5}"/>
              </a:ext>
            </a:extLst>
          </p:cNvPr>
          <p:cNvSpPr>
            <a:spLocks noGrp="1"/>
          </p:cNvSpPr>
          <p:nvPr>
            <p:ph type="ftr" sz="quarter" idx="11"/>
          </p:nvPr>
        </p:nvSpPr>
        <p:spPr/>
        <p:txBody>
          <a:bodyPr/>
          <a:lstStyle/>
          <a:p>
            <a:r>
              <a:rPr lang="en-IN"/>
              <a:t>Athor by Sandeep</a:t>
            </a:r>
          </a:p>
        </p:txBody>
      </p:sp>
      <p:sp>
        <p:nvSpPr>
          <p:cNvPr id="5" name="Slide Number Placeholder 4">
            <a:extLst>
              <a:ext uri="{FF2B5EF4-FFF2-40B4-BE49-F238E27FC236}">
                <a16:creationId xmlns:a16="http://schemas.microsoft.com/office/drawing/2014/main" id="{96F8BA04-76A7-E927-B9F8-9D0D862437EB}"/>
              </a:ext>
            </a:extLst>
          </p:cNvPr>
          <p:cNvSpPr>
            <a:spLocks noGrp="1"/>
          </p:cNvSpPr>
          <p:nvPr>
            <p:ph type="sldNum" sz="quarter" idx="12"/>
          </p:nvPr>
        </p:nvSpPr>
        <p:spPr/>
        <p:txBody>
          <a:bodyPr/>
          <a:lstStyle/>
          <a:p>
            <a:fld id="{B7827676-89B8-4E8C-879B-AC14EC1FD9F0}" type="slidenum">
              <a:rPr lang="en-IN" smtClean="0"/>
              <a:t>3</a:t>
            </a:fld>
            <a:endParaRPr lang="en-IN"/>
          </a:p>
        </p:txBody>
      </p:sp>
    </p:spTree>
    <p:extLst>
      <p:ext uri="{BB962C8B-B14F-4D97-AF65-F5344CB8AC3E}">
        <p14:creationId xmlns:p14="http://schemas.microsoft.com/office/powerpoint/2010/main" val="156264992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1D2B5-F86C-B643-DEAF-49C2712A052D}"/>
              </a:ext>
            </a:extLst>
          </p:cNvPr>
          <p:cNvSpPr>
            <a:spLocks noGrp="1"/>
          </p:cNvSpPr>
          <p:nvPr>
            <p:ph type="ctrTitle"/>
          </p:nvPr>
        </p:nvSpPr>
        <p:spPr>
          <a:xfrm>
            <a:off x="1967697" y="2592729"/>
            <a:ext cx="9536916" cy="2184652"/>
          </a:xfrm>
        </p:spPr>
        <p:txBody>
          <a:bodyPr/>
          <a:lstStyle/>
          <a:p>
            <a:r>
              <a:rPr lang="en-US" b="1" dirty="0">
                <a:effectLst>
                  <a:outerShdw blurRad="38100" dist="38100" dir="2700000" algn="tl">
                    <a:srgbClr val="000000">
                      <a:alpha val="43137"/>
                    </a:srgbClr>
                  </a:outerShdw>
                </a:effectLst>
              </a:rPr>
              <a:t>Core Tool and Features in VS Code </a:t>
            </a:r>
            <a:endParaRPr lang="en-IN" b="1" dirty="0">
              <a:effectLst>
                <a:outerShdw blurRad="38100" dist="38100" dir="2700000" algn="tl">
                  <a:srgbClr val="000000">
                    <a:alpha val="43137"/>
                  </a:srgbClr>
                </a:outerShdw>
              </a:effectLst>
            </a:endParaRPr>
          </a:p>
        </p:txBody>
      </p:sp>
      <p:sp>
        <p:nvSpPr>
          <p:cNvPr id="4" name="Footer Placeholder 3">
            <a:extLst>
              <a:ext uri="{FF2B5EF4-FFF2-40B4-BE49-F238E27FC236}">
                <a16:creationId xmlns:a16="http://schemas.microsoft.com/office/drawing/2014/main" id="{12936E55-D4E1-E8EA-920B-969883B0AC0A}"/>
              </a:ext>
            </a:extLst>
          </p:cNvPr>
          <p:cNvSpPr>
            <a:spLocks noGrp="1"/>
          </p:cNvSpPr>
          <p:nvPr>
            <p:ph type="ftr" sz="quarter" idx="11"/>
          </p:nvPr>
        </p:nvSpPr>
        <p:spPr/>
        <p:txBody>
          <a:bodyPr/>
          <a:lstStyle/>
          <a:p>
            <a:r>
              <a:rPr lang="en-IN"/>
              <a:t>Athor by Sandeep</a:t>
            </a:r>
          </a:p>
        </p:txBody>
      </p:sp>
      <p:sp>
        <p:nvSpPr>
          <p:cNvPr id="5" name="Slide Number Placeholder 4">
            <a:extLst>
              <a:ext uri="{FF2B5EF4-FFF2-40B4-BE49-F238E27FC236}">
                <a16:creationId xmlns:a16="http://schemas.microsoft.com/office/drawing/2014/main" id="{2E891084-E954-ED9F-5BCA-E5340F9777FC}"/>
              </a:ext>
            </a:extLst>
          </p:cNvPr>
          <p:cNvSpPr>
            <a:spLocks noGrp="1"/>
          </p:cNvSpPr>
          <p:nvPr>
            <p:ph type="sldNum" sz="quarter" idx="12"/>
          </p:nvPr>
        </p:nvSpPr>
        <p:spPr/>
        <p:txBody>
          <a:bodyPr/>
          <a:lstStyle/>
          <a:p>
            <a:fld id="{B7827676-89B8-4E8C-879B-AC14EC1FD9F0}" type="slidenum">
              <a:rPr lang="en-IN" smtClean="0"/>
              <a:t>4</a:t>
            </a:fld>
            <a:endParaRPr lang="en-IN"/>
          </a:p>
        </p:txBody>
      </p:sp>
    </p:spTree>
    <p:extLst>
      <p:ext uri="{BB962C8B-B14F-4D97-AF65-F5344CB8AC3E}">
        <p14:creationId xmlns:p14="http://schemas.microsoft.com/office/powerpoint/2010/main" val="3457610757"/>
      </p:ext>
    </p:extLst>
  </p:cSld>
  <p:clrMapOvr>
    <a:masterClrMapping/>
  </p:clrMapOvr>
  <p:transition spd="slow">
    <p:split orient="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304EE-349A-8264-C043-29DE7A62AA84}"/>
              </a:ext>
            </a:extLst>
          </p:cNvPr>
          <p:cNvSpPr>
            <a:spLocks noGrp="1"/>
          </p:cNvSpPr>
          <p:nvPr>
            <p:ph type="title"/>
          </p:nvPr>
        </p:nvSpPr>
        <p:spPr>
          <a:xfrm>
            <a:off x="2592925" y="946778"/>
            <a:ext cx="8911687" cy="958221"/>
          </a:xfrm>
        </p:spPr>
        <p:txBody>
          <a:bodyPr/>
          <a:lstStyle/>
          <a:p>
            <a:pPr marL="742950" indent="-742950">
              <a:buFont typeface="+mj-lt"/>
              <a:buAutoNum type="arabicPeriod"/>
            </a:pPr>
            <a:r>
              <a:rPr lang="en-US" b="1" dirty="0"/>
              <a:t>Editor Tools</a:t>
            </a:r>
            <a:endParaRPr lang="en-IN" b="1" dirty="0"/>
          </a:p>
        </p:txBody>
      </p:sp>
      <p:sp>
        <p:nvSpPr>
          <p:cNvPr id="3" name="Content Placeholder 2">
            <a:extLst>
              <a:ext uri="{FF2B5EF4-FFF2-40B4-BE49-F238E27FC236}">
                <a16:creationId xmlns:a16="http://schemas.microsoft.com/office/drawing/2014/main" id="{86C3BDED-0FEF-0A93-48BE-5F4CF37896D7}"/>
              </a:ext>
            </a:extLst>
          </p:cNvPr>
          <p:cNvSpPr>
            <a:spLocks noGrp="1"/>
          </p:cNvSpPr>
          <p:nvPr>
            <p:ph idx="1"/>
          </p:nvPr>
        </p:nvSpPr>
        <p:spPr>
          <a:xfrm>
            <a:off x="2589212" y="2453832"/>
            <a:ext cx="8915400" cy="3457389"/>
          </a:xfrm>
        </p:spPr>
        <p:txBody>
          <a:bodyPr>
            <a:normAutofit/>
          </a:bodyPr>
          <a:lstStyle/>
          <a:p>
            <a:r>
              <a:rPr lang="en-US" sz="2400" b="1" dirty="0"/>
              <a:t>Syntax Highlighting and IntelliSense: </a:t>
            </a:r>
            <a:r>
              <a:rPr lang="en-US" sz="2400" dirty="0"/>
              <a:t>Smart autocompletion, parameter info, and code suggestions.</a:t>
            </a:r>
          </a:p>
          <a:p>
            <a:r>
              <a:rPr lang="en-US" sz="2400" b="1" dirty="0"/>
              <a:t>Multi-language Support: </a:t>
            </a:r>
            <a:r>
              <a:rPr lang="en-US" sz="2400" dirty="0"/>
              <a:t>Works with Java, Python, JavaScript, C++, Go, and more.</a:t>
            </a:r>
          </a:p>
          <a:p>
            <a:r>
              <a:rPr lang="en-US" sz="2400" b="1" dirty="0"/>
              <a:t>Extensions Marketplace: </a:t>
            </a:r>
            <a:r>
              <a:rPr lang="en-US" sz="2400" dirty="0"/>
              <a:t>Thousand of plugins for frameworks, themes, debuggers, and productivity tools.</a:t>
            </a:r>
          </a:p>
        </p:txBody>
      </p:sp>
      <p:sp>
        <p:nvSpPr>
          <p:cNvPr id="4" name="Footer Placeholder 3">
            <a:extLst>
              <a:ext uri="{FF2B5EF4-FFF2-40B4-BE49-F238E27FC236}">
                <a16:creationId xmlns:a16="http://schemas.microsoft.com/office/drawing/2014/main" id="{9A61DABC-9FED-1331-490E-5B817E5601BA}"/>
              </a:ext>
            </a:extLst>
          </p:cNvPr>
          <p:cNvSpPr>
            <a:spLocks noGrp="1"/>
          </p:cNvSpPr>
          <p:nvPr>
            <p:ph type="ftr" sz="quarter" idx="11"/>
          </p:nvPr>
        </p:nvSpPr>
        <p:spPr/>
        <p:txBody>
          <a:bodyPr/>
          <a:lstStyle/>
          <a:p>
            <a:r>
              <a:rPr lang="en-IN"/>
              <a:t>Athor by Sandeep</a:t>
            </a:r>
          </a:p>
        </p:txBody>
      </p:sp>
      <p:sp>
        <p:nvSpPr>
          <p:cNvPr id="5" name="Slide Number Placeholder 4">
            <a:extLst>
              <a:ext uri="{FF2B5EF4-FFF2-40B4-BE49-F238E27FC236}">
                <a16:creationId xmlns:a16="http://schemas.microsoft.com/office/drawing/2014/main" id="{140F9458-D064-2A5D-4B99-7D2D1503FB13}"/>
              </a:ext>
            </a:extLst>
          </p:cNvPr>
          <p:cNvSpPr>
            <a:spLocks noGrp="1"/>
          </p:cNvSpPr>
          <p:nvPr>
            <p:ph type="sldNum" sz="quarter" idx="12"/>
          </p:nvPr>
        </p:nvSpPr>
        <p:spPr/>
        <p:txBody>
          <a:bodyPr/>
          <a:lstStyle/>
          <a:p>
            <a:fld id="{B7827676-89B8-4E8C-879B-AC14EC1FD9F0}" type="slidenum">
              <a:rPr lang="en-IN" smtClean="0"/>
              <a:t>5</a:t>
            </a:fld>
            <a:endParaRPr lang="en-IN"/>
          </a:p>
        </p:txBody>
      </p:sp>
    </p:spTree>
    <p:extLst>
      <p:ext uri="{BB962C8B-B14F-4D97-AF65-F5344CB8AC3E}">
        <p14:creationId xmlns:p14="http://schemas.microsoft.com/office/powerpoint/2010/main" val="4122253114"/>
      </p:ext>
    </p:extLst>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88037D-7C31-0416-4D0C-C35A62CD8212}"/>
              </a:ext>
            </a:extLst>
          </p:cNvPr>
          <p:cNvSpPr>
            <a:spLocks noGrp="1"/>
          </p:cNvSpPr>
          <p:nvPr>
            <p:ph idx="1"/>
          </p:nvPr>
        </p:nvSpPr>
        <p:spPr/>
        <p:txBody>
          <a:bodyPr>
            <a:normAutofit/>
          </a:bodyPr>
          <a:lstStyle/>
          <a:p>
            <a:r>
              <a:rPr lang="en-IN" sz="2400" b="1" dirty="0"/>
              <a:t>Built-in Git Integration: </a:t>
            </a:r>
            <a:r>
              <a:rPr lang="en-IN" sz="2400" dirty="0"/>
              <a:t>Stage, commit, push and pull directly from the editor.</a:t>
            </a:r>
          </a:p>
          <a:p>
            <a:pPr marL="0" indent="0">
              <a:buNone/>
            </a:pPr>
            <a:endParaRPr lang="en-IN" sz="2400" dirty="0"/>
          </a:p>
          <a:p>
            <a:r>
              <a:rPr lang="en-IN" sz="2400" b="1" dirty="0"/>
              <a:t>Source Control Provider: </a:t>
            </a:r>
            <a:r>
              <a:rPr lang="en-IN" sz="2400" dirty="0"/>
              <a:t>Supports Git-Hub, Azure DevOps, and other repositories.</a:t>
            </a:r>
            <a:endParaRPr lang="en-IN" sz="2400" b="1" dirty="0"/>
          </a:p>
        </p:txBody>
      </p:sp>
      <p:sp>
        <p:nvSpPr>
          <p:cNvPr id="4" name="Footer Placeholder 3">
            <a:extLst>
              <a:ext uri="{FF2B5EF4-FFF2-40B4-BE49-F238E27FC236}">
                <a16:creationId xmlns:a16="http://schemas.microsoft.com/office/drawing/2014/main" id="{0D4693D9-3BA5-5B26-70FB-5825DDDF2E01}"/>
              </a:ext>
            </a:extLst>
          </p:cNvPr>
          <p:cNvSpPr>
            <a:spLocks noGrp="1"/>
          </p:cNvSpPr>
          <p:nvPr>
            <p:ph type="ftr" sz="quarter" idx="11"/>
          </p:nvPr>
        </p:nvSpPr>
        <p:spPr/>
        <p:txBody>
          <a:bodyPr/>
          <a:lstStyle/>
          <a:p>
            <a:r>
              <a:rPr lang="en-IN"/>
              <a:t>Athor by Sandeep</a:t>
            </a:r>
          </a:p>
        </p:txBody>
      </p:sp>
      <p:sp>
        <p:nvSpPr>
          <p:cNvPr id="5" name="Slide Number Placeholder 4">
            <a:extLst>
              <a:ext uri="{FF2B5EF4-FFF2-40B4-BE49-F238E27FC236}">
                <a16:creationId xmlns:a16="http://schemas.microsoft.com/office/drawing/2014/main" id="{4274E4E7-0129-B303-6F0D-2178E784BFF8}"/>
              </a:ext>
            </a:extLst>
          </p:cNvPr>
          <p:cNvSpPr>
            <a:spLocks noGrp="1"/>
          </p:cNvSpPr>
          <p:nvPr>
            <p:ph type="sldNum" sz="quarter" idx="12"/>
          </p:nvPr>
        </p:nvSpPr>
        <p:spPr/>
        <p:txBody>
          <a:bodyPr/>
          <a:lstStyle/>
          <a:p>
            <a:fld id="{B7827676-89B8-4E8C-879B-AC14EC1FD9F0}" type="slidenum">
              <a:rPr lang="en-IN" smtClean="0"/>
              <a:t>6</a:t>
            </a:fld>
            <a:endParaRPr lang="en-IN"/>
          </a:p>
        </p:txBody>
      </p:sp>
      <p:sp>
        <p:nvSpPr>
          <p:cNvPr id="7" name="Title 6">
            <a:extLst>
              <a:ext uri="{FF2B5EF4-FFF2-40B4-BE49-F238E27FC236}">
                <a16:creationId xmlns:a16="http://schemas.microsoft.com/office/drawing/2014/main" id="{3141EF1A-2E61-E062-8B09-C5C60458F557}"/>
              </a:ext>
            </a:extLst>
          </p:cNvPr>
          <p:cNvSpPr>
            <a:spLocks noGrp="1"/>
          </p:cNvSpPr>
          <p:nvPr>
            <p:ph type="title"/>
          </p:nvPr>
        </p:nvSpPr>
        <p:spPr/>
        <p:txBody>
          <a:bodyPr/>
          <a:lstStyle/>
          <a:p>
            <a:r>
              <a:rPr lang="en-IN" b="1" dirty="0"/>
              <a:t>2. Version Control</a:t>
            </a:r>
          </a:p>
        </p:txBody>
      </p:sp>
    </p:spTree>
    <p:extLst>
      <p:ext uri="{BB962C8B-B14F-4D97-AF65-F5344CB8AC3E}">
        <p14:creationId xmlns:p14="http://schemas.microsoft.com/office/powerpoint/2010/main" val="1353850968"/>
      </p:ext>
    </p:extLst>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circle(in)">
                                      <p:cBhvr>
                                        <p:cTn id="12"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E3757-639B-2045-AF39-4657FA9C95F9}"/>
              </a:ext>
            </a:extLst>
          </p:cNvPr>
          <p:cNvSpPr>
            <a:spLocks noGrp="1"/>
          </p:cNvSpPr>
          <p:nvPr>
            <p:ph type="title"/>
          </p:nvPr>
        </p:nvSpPr>
        <p:spPr/>
        <p:txBody>
          <a:bodyPr/>
          <a:lstStyle/>
          <a:p>
            <a:r>
              <a:rPr lang="en-IN" b="1" dirty="0"/>
              <a:t>3. Debugging Tools</a:t>
            </a:r>
          </a:p>
        </p:txBody>
      </p:sp>
      <p:sp>
        <p:nvSpPr>
          <p:cNvPr id="3" name="Content Placeholder 2">
            <a:extLst>
              <a:ext uri="{FF2B5EF4-FFF2-40B4-BE49-F238E27FC236}">
                <a16:creationId xmlns:a16="http://schemas.microsoft.com/office/drawing/2014/main" id="{02BC3170-3FE7-D4B4-9248-E94C9BB4A53D}"/>
              </a:ext>
            </a:extLst>
          </p:cNvPr>
          <p:cNvSpPr>
            <a:spLocks noGrp="1"/>
          </p:cNvSpPr>
          <p:nvPr>
            <p:ph idx="1"/>
          </p:nvPr>
        </p:nvSpPr>
        <p:spPr/>
        <p:txBody>
          <a:bodyPr>
            <a:normAutofit/>
          </a:bodyPr>
          <a:lstStyle/>
          <a:p>
            <a:r>
              <a:rPr lang="en-IN" sz="2400" b="1" dirty="0"/>
              <a:t>Debugger: </a:t>
            </a:r>
            <a:r>
              <a:rPr lang="en-IN" sz="2400" dirty="0"/>
              <a:t>Set breakpoints, inspect variables, and step through code.</a:t>
            </a:r>
          </a:p>
          <a:p>
            <a:pPr marL="0" indent="0">
              <a:buNone/>
            </a:pPr>
            <a:endParaRPr lang="en-IN" sz="2400" dirty="0"/>
          </a:p>
          <a:p>
            <a:r>
              <a:rPr lang="en-IN" sz="2400" b="1" dirty="0"/>
              <a:t>Debug Console: </a:t>
            </a:r>
            <a:r>
              <a:rPr lang="en-IN" sz="2400" dirty="0"/>
              <a:t>Run commands and evaluate expressions during debugging.</a:t>
            </a:r>
            <a:endParaRPr lang="en-IN" sz="2400" b="1" dirty="0"/>
          </a:p>
        </p:txBody>
      </p:sp>
      <p:sp>
        <p:nvSpPr>
          <p:cNvPr id="4" name="Footer Placeholder 3">
            <a:extLst>
              <a:ext uri="{FF2B5EF4-FFF2-40B4-BE49-F238E27FC236}">
                <a16:creationId xmlns:a16="http://schemas.microsoft.com/office/drawing/2014/main" id="{44689D9F-1003-C366-541B-31D8AAA739D2}"/>
              </a:ext>
            </a:extLst>
          </p:cNvPr>
          <p:cNvSpPr>
            <a:spLocks noGrp="1"/>
          </p:cNvSpPr>
          <p:nvPr>
            <p:ph type="ftr" sz="quarter" idx="11"/>
          </p:nvPr>
        </p:nvSpPr>
        <p:spPr/>
        <p:txBody>
          <a:bodyPr/>
          <a:lstStyle/>
          <a:p>
            <a:r>
              <a:rPr lang="en-IN"/>
              <a:t>Athor by Sandeep</a:t>
            </a:r>
          </a:p>
        </p:txBody>
      </p:sp>
      <p:sp>
        <p:nvSpPr>
          <p:cNvPr id="5" name="Slide Number Placeholder 4">
            <a:extLst>
              <a:ext uri="{FF2B5EF4-FFF2-40B4-BE49-F238E27FC236}">
                <a16:creationId xmlns:a16="http://schemas.microsoft.com/office/drawing/2014/main" id="{C36CEFDB-56E7-2757-A799-35F82A4C8732}"/>
              </a:ext>
            </a:extLst>
          </p:cNvPr>
          <p:cNvSpPr>
            <a:spLocks noGrp="1"/>
          </p:cNvSpPr>
          <p:nvPr>
            <p:ph type="sldNum" sz="quarter" idx="12"/>
          </p:nvPr>
        </p:nvSpPr>
        <p:spPr/>
        <p:txBody>
          <a:bodyPr/>
          <a:lstStyle/>
          <a:p>
            <a:fld id="{B7827676-89B8-4E8C-879B-AC14EC1FD9F0}" type="slidenum">
              <a:rPr lang="en-IN" smtClean="0"/>
              <a:t>7</a:t>
            </a:fld>
            <a:endParaRPr lang="en-IN"/>
          </a:p>
        </p:txBody>
      </p:sp>
    </p:spTree>
    <p:extLst>
      <p:ext uri="{BB962C8B-B14F-4D97-AF65-F5344CB8AC3E}">
        <p14:creationId xmlns:p14="http://schemas.microsoft.com/office/powerpoint/2010/main" val="405951156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 calcmode="lin" valueType="num">
                                      <p:cBhvr>
                                        <p:cTn id="14"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16"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AD8EE-C4D0-766F-1FEB-8BCB1B96451D}"/>
              </a:ext>
            </a:extLst>
          </p:cNvPr>
          <p:cNvSpPr>
            <a:spLocks noGrp="1"/>
          </p:cNvSpPr>
          <p:nvPr>
            <p:ph type="title"/>
          </p:nvPr>
        </p:nvSpPr>
        <p:spPr/>
        <p:txBody>
          <a:bodyPr/>
          <a:lstStyle/>
          <a:p>
            <a:r>
              <a:rPr lang="en-IN" b="1" dirty="0"/>
              <a:t>4. Testing Tools</a:t>
            </a:r>
          </a:p>
        </p:txBody>
      </p:sp>
      <p:sp>
        <p:nvSpPr>
          <p:cNvPr id="3" name="Content Placeholder 2">
            <a:extLst>
              <a:ext uri="{FF2B5EF4-FFF2-40B4-BE49-F238E27FC236}">
                <a16:creationId xmlns:a16="http://schemas.microsoft.com/office/drawing/2014/main" id="{C82989DE-F661-4DCB-E0FF-0FE58CC51B07}"/>
              </a:ext>
            </a:extLst>
          </p:cNvPr>
          <p:cNvSpPr>
            <a:spLocks noGrp="1"/>
          </p:cNvSpPr>
          <p:nvPr>
            <p:ph idx="1"/>
          </p:nvPr>
        </p:nvSpPr>
        <p:spPr/>
        <p:txBody>
          <a:bodyPr>
            <a:normAutofit/>
          </a:bodyPr>
          <a:lstStyle/>
          <a:p>
            <a:r>
              <a:rPr lang="en-IN" sz="2400" b="1" dirty="0"/>
              <a:t>Test Explorer: </a:t>
            </a:r>
            <a:r>
              <a:rPr lang="en-IN" sz="2400" dirty="0"/>
              <a:t>Run unit tests and view results.</a:t>
            </a:r>
          </a:p>
          <a:p>
            <a:pPr marL="0" indent="0">
              <a:buNone/>
            </a:pPr>
            <a:endParaRPr lang="en-IN" sz="2400" dirty="0"/>
          </a:p>
          <a:p>
            <a:r>
              <a:rPr lang="en-IN" sz="2400" b="1" dirty="0"/>
              <a:t>Coverage Reports: </a:t>
            </a:r>
            <a:r>
              <a:rPr lang="en-IN" sz="2400" dirty="0"/>
              <a:t>Check how much of your code is tested.</a:t>
            </a:r>
          </a:p>
        </p:txBody>
      </p:sp>
      <p:sp>
        <p:nvSpPr>
          <p:cNvPr id="4" name="Footer Placeholder 3">
            <a:extLst>
              <a:ext uri="{FF2B5EF4-FFF2-40B4-BE49-F238E27FC236}">
                <a16:creationId xmlns:a16="http://schemas.microsoft.com/office/drawing/2014/main" id="{E212D746-C18E-A214-89D7-494F7D4CC742}"/>
              </a:ext>
            </a:extLst>
          </p:cNvPr>
          <p:cNvSpPr>
            <a:spLocks noGrp="1"/>
          </p:cNvSpPr>
          <p:nvPr>
            <p:ph type="ftr" sz="quarter" idx="11"/>
          </p:nvPr>
        </p:nvSpPr>
        <p:spPr/>
        <p:txBody>
          <a:bodyPr/>
          <a:lstStyle/>
          <a:p>
            <a:r>
              <a:rPr lang="en-IN"/>
              <a:t>Athor by Sandeep</a:t>
            </a:r>
          </a:p>
        </p:txBody>
      </p:sp>
      <p:sp>
        <p:nvSpPr>
          <p:cNvPr id="5" name="Slide Number Placeholder 4">
            <a:extLst>
              <a:ext uri="{FF2B5EF4-FFF2-40B4-BE49-F238E27FC236}">
                <a16:creationId xmlns:a16="http://schemas.microsoft.com/office/drawing/2014/main" id="{6A92C3A4-D5AA-DBF3-C642-F156A07DD068}"/>
              </a:ext>
            </a:extLst>
          </p:cNvPr>
          <p:cNvSpPr>
            <a:spLocks noGrp="1"/>
          </p:cNvSpPr>
          <p:nvPr>
            <p:ph type="sldNum" sz="quarter" idx="12"/>
          </p:nvPr>
        </p:nvSpPr>
        <p:spPr/>
        <p:txBody>
          <a:bodyPr/>
          <a:lstStyle/>
          <a:p>
            <a:fld id="{B7827676-89B8-4E8C-879B-AC14EC1FD9F0}" type="slidenum">
              <a:rPr lang="en-IN" smtClean="0"/>
              <a:t>8</a:t>
            </a:fld>
            <a:endParaRPr lang="en-IN"/>
          </a:p>
        </p:txBody>
      </p:sp>
    </p:spTree>
    <p:extLst>
      <p:ext uri="{BB962C8B-B14F-4D97-AF65-F5344CB8AC3E}">
        <p14:creationId xmlns:p14="http://schemas.microsoft.com/office/powerpoint/2010/main" val="2229065866"/>
      </p:ext>
    </p:extLst>
  </p:cSld>
  <p:clrMapOvr>
    <a:masterClrMapping/>
  </p:clrMapOvr>
  <mc:AlternateContent xmlns:mc="http://schemas.openxmlformats.org/markup-compatibility/2006">
    <mc:Choice xmlns:p14="http://schemas.microsoft.com/office/powerpoint/2010/main" Requires="p14">
      <p:transition spd="slow" p14:dur="125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5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75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6A806-9743-839A-E525-CF5F1E3A47BF}"/>
              </a:ext>
            </a:extLst>
          </p:cNvPr>
          <p:cNvSpPr>
            <a:spLocks noGrp="1"/>
          </p:cNvSpPr>
          <p:nvPr>
            <p:ph type="title"/>
          </p:nvPr>
        </p:nvSpPr>
        <p:spPr/>
        <p:txBody>
          <a:bodyPr/>
          <a:lstStyle/>
          <a:p>
            <a:r>
              <a:rPr lang="en-IN" b="1" dirty="0"/>
              <a:t>5. Remote Development</a:t>
            </a:r>
          </a:p>
        </p:txBody>
      </p:sp>
      <p:sp>
        <p:nvSpPr>
          <p:cNvPr id="3" name="Content Placeholder 2">
            <a:extLst>
              <a:ext uri="{FF2B5EF4-FFF2-40B4-BE49-F238E27FC236}">
                <a16:creationId xmlns:a16="http://schemas.microsoft.com/office/drawing/2014/main" id="{0C1794ED-47F9-508A-CFBA-F769BCCDA00F}"/>
              </a:ext>
            </a:extLst>
          </p:cNvPr>
          <p:cNvSpPr>
            <a:spLocks noGrp="1"/>
          </p:cNvSpPr>
          <p:nvPr>
            <p:ph idx="1"/>
          </p:nvPr>
        </p:nvSpPr>
        <p:spPr/>
        <p:txBody>
          <a:bodyPr>
            <a:normAutofit/>
          </a:bodyPr>
          <a:lstStyle/>
          <a:p>
            <a:r>
              <a:rPr lang="en-IN" sz="2400" b="1" dirty="0"/>
              <a:t>WSL and Containers: </a:t>
            </a:r>
            <a:r>
              <a:rPr lang="en-IN" sz="2400" dirty="0"/>
              <a:t>Develop inside Linux environments or Docker containers.</a:t>
            </a:r>
          </a:p>
          <a:p>
            <a:endParaRPr lang="en-IN" sz="2400" b="1" dirty="0"/>
          </a:p>
          <a:p>
            <a:r>
              <a:rPr lang="en-IN" sz="2400" b="1" dirty="0"/>
              <a:t>Remote SSH: </a:t>
            </a:r>
            <a:r>
              <a:rPr lang="en-IN" sz="2400" dirty="0"/>
              <a:t>Code on servers without leaving VS Code.</a:t>
            </a:r>
            <a:endParaRPr lang="en-IN" sz="2400" b="1" dirty="0"/>
          </a:p>
        </p:txBody>
      </p:sp>
      <p:sp>
        <p:nvSpPr>
          <p:cNvPr id="4" name="Footer Placeholder 3">
            <a:extLst>
              <a:ext uri="{FF2B5EF4-FFF2-40B4-BE49-F238E27FC236}">
                <a16:creationId xmlns:a16="http://schemas.microsoft.com/office/drawing/2014/main" id="{B917A318-65C2-97B7-7CCA-3B6CCDF7CF64}"/>
              </a:ext>
            </a:extLst>
          </p:cNvPr>
          <p:cNvSpPr>
            <a:spLocks noGrp="1"/>
          </p:cNvSpPr>
          <p:nvPr>
            <p:ph type="ftr" sz="quarter" idx="11"/>
          </p:nvPr>
        </p:nvSpPr>
        <p:spPr/>
        <p:txBody>
          <a:bodyPr/>
          <a:lstStyle/>
          <a:p>
            <a:r>
              <a:rPr lang="en-IN"/>
              <a:t>Athor by Sandeep</a:t>
            </a:r>
          </a:p>
        </p:txBody>
      </p:sp>
      <p:sp>
        <p:nvSpPr>
          <p:cNvPr id="5" name="Slide Number Placeholder 4">
            <a:extLst>
              <a:ext uri="{FF2B5EF4-FFF2-40B4-BE49-F238E27FC236}">
                <a16:creationId xmlns:a16="http://schemas.microsoft.com/office/drawing/2014/main" id="{1D9C439E-D6AC-7B24-1636-8D2DC0FD7C2A}"/>
              </a:ext>
            </a:extLst>
          </p:cNvPr>
          <p:cNvSpPr>
            <a:spLocks noGrp="1"/>
          </p:cNvSpPr>
          <p:nvPr>
            <p:ph type="sldNum" sz="quarter" idx="12"/>
          </p:nvPr>
        </p:nvSpPr>
        <p:spPr/>
        <p:txBody>
          <a:bodyPr/>
          <a:lstStyle/>
          <a:p>
            <a:fld id="{B7827676-89B8-4E8C-879B-AC14EC1FD9F0}" type="slidenum">
              <a:rPr lang="en-IN" smtClean="0"/>
              <a:t>9</a:t>
            </a:fld>
            <a:endParaRPr lang="en-IN"/>
          </a:p>
        </p:txBody>
      </p:sp>
    </p:spTree>
    <p:extLst>
      <p:ext uri="{BB962C8B-B14F-4D97-AF65-F5344CB8AC3E}">
        <p14:creationId xmlns:p14="http://schemas.microsoft.com/office/powerpoint/2010/main" val="119723870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arn(inVertical)">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65F31-CFF0-9A7E-1818-72F0E72A535D}"/>
              </a:ext>
            </a:extLst>
          </p:cNvPr>
          <p:cNvSpPr>
            <a:spLocks noGrp="1"/>
          </p:cNvSpPr>
          <p:nvPr>
            <p:ph type="title"/>
          </p:nvPr>
        </p:nvSpPr>
        <p:spPr/>
        <p:txBody>
          <a:bodyPr/>
          <a:lstStyle/>
          <a:p>
            <a:r>
              <a:rPr lang="en-IN" b="1" dirty="0"/>
              <a:t>6. Customization Tools</a:t>
            </a:r>
          </a:p>
        </p:txBody>
      </p:sp>
      <p:sp>
        <p:nvSpPr>
          <p:cNvPr id="3" name="Content Placeholder 2">
            <a:extLst>
              <a:ext uri="{FF2B5EF4-FFF2-40B4-BE49-F238E27FC236}">
                <a16:creationId xmlns:a16="http://schemas.microsoft.com/office/drawing/2014/main" id="{413AEE9D-DAD7-FDFD-4C40-7352C2B8E822}"/>
              </a:ext>
            </a:extLst>
          </p:cNvPr>
          <p:cNvSpPr>
            <a:spLocks noGrp="1"/>
          </p:cNvSpPr>
          <p:nvPr>
            <p:ph idx="1"/>
          </p:nvPr>
        </p:nvSpPr>
        <p:spPr/>
        <p:txBody>
          <a:bodyPr>
            <a:normAutofit/>
          </a:bodyPr>
          <a:lstStyle/>
          <a:p>
            <a:r>
              <a:rPr lang="en-IN" sz="2400" b="1" dirty="0"/>
              <a:t>Themes and Icons: </a:t>
            </a:r>
            <a:r>
              <a:rPr lang="en-IN" sz="2400" dirty="0"/>
              <a:t>Personalize the look and feel.</a:t>
            </a:r>
          </a:p>
          <a:p>
            <a:pPr marL="0" indent="0">
              <a:buNone/>
            </a:pPr>
            <a:endParaRPr lang="en-IN" sz="2400" dirty="0"/>
          </a:p>
          <a:p>
            <a:r>
              <a:rPr lang="en-IN" sz="2400" b="1" dirty="0" err="1"/>
              <a:t>Keybindings</a:t>
            </a:r>
            <a:r>
              <a:rPr lang="en-IN" sz="2400" b="1" dirty="0"/>
              <a:t>: </a:t>
            </a:r>
            <a:r>
              <a:rPr lang="en-IN" sz="2400" dirty="0"/>
              <a:t>Customize shortcuts for efficiency.</a:t>
            </a:r>
          </a:p>
          <a:p>
            <a:pPr marL="0" indent="0">
              <a:buNone/>
            </a:pPr>
            <a:endParaRPr lang="en-IN" sz="2400" dirty="0"/>
          </a:p>
          <a:p>
            <a:r>
              <a:rPr lang="en-IN" sz="2400" b="1" dirty="0"/>
              <a:t>Snippets: </a:t>
            </a:r>
            <a:r>
              <a:rPr lang="en-IN" sz="2400" dirty="0"/>
              <a:t>Create reusable code templates.</a:t>
            </a:r>
          </a:p>
          <a:p>
            <a:pPr marL="0" indent="0">
              <a:buNone/>
            </a:pPr>
            <a:endParaRPr lang="en-IN" sz="2400" b="1" dirty="0"/>
          </a:p>
        </p:txBody>
      </p:sp>
      <p:sp>
        <p:nvSpPr>
          <p:cNvPr id="4" name="Footer Placeholder 3">
            <a:extLst>
              <a:ext uri="{FF2B5EF4-FFF2-40B4-BE49-F238E27FC236}">
                <a16:creationId xmlns:a16="http://schemas.microsoft.com/office/drawing/2014/main" id="{F3C21086-B2C4-D4B8-8BAB-534777FC079A}"/>
              </a:ext>
            </a:extLst>
          </p:cNvPr>
          <p:cNvSpPr>
            <a:spLocks noGrp="1"/>
          </p:cNvSpPr>
          <p:nvPr>
            <p:ph type="ftr" sz="quarter" idx="11"/>
          </p:nvPr>
        </p:nvSpPr>
        <p:spPr/>
        <p:txBody>
          <a:bodyPr/>
          <a:lstStyle/>
          <a:p>
            <a:r>
              <a:rPr lang="en-IN"/>
              <a:t>Athor by Sandeep</a:t>
            </a:r>
          </a:p>
        </p:txBody>
      </p:sp>
      <p:sp>
        <p:nvSpPr>
          <p:cNvPr id="5" name="Slide Number Placeholder 4">
            <a:extLst>
              <a:ext uri="{FF2B5EF4-FFF2-40B4-BE49-F238E27FC236}">
                <a16:creationId xmlns:a16="http://schemas.microsoft.com/office/drawing/2014/main" id="{FD6756FE-C25A-DDAD-FDC6-254FF56E8D24}"/>
              </a:ext>
            </a:extLst>
          </p:cNvPr>
          <p:cNvSpPr>
            <a:spLocks noGrp="1"/>
          </p:cNvSpPr>
          <p:nvPr>
            <p:ph type="sldNum" sz="quarter" idx="12"/>
          </p:nvPr>
        </p:nvSpPr>
        <p:spPr/>
        <p:txBody>
          <a:bodyPr/>
          <a:lstStyle/>
          <a:p>
            <a:fld id="{B7827676-89B8-4E8C-879B-AC14EC1FD9F0}" type="slidenum">
              <a:rPr lang="en-IN" smtClean="0"/>
              <a:t>10</a:t>
            </a:fld>
            <a:endParaRPr lang="en-IN"/>
          </a:p>
        </p:txBody>
      </p:sp>
    </p:spTree>
    <p:extLst>
      <p:ext uri="{BB962C8B-B14F-4D97-AF65-F5344CB8AC3E}">
        <p14:creationId xmlns:p14="http://schemas.microsoft.com/office/powerpoint/2010/main" val="11851065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down)">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wipe(down)">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1796B07-4678-A931-3586-1BD717AAB30E}"/>
              </a:ext>
            </a:extLst>
          </p:cNvPr>
          <p:cNvSpPr>
            <a:spLocks noGrp="1"/>
          </p:cNvSpPr>
          <p:nvPr>
            <p:ph type="ftr" sz="quarter" idx="11"/>
          </p:nvPr>
        </p:nvSpPr>
        <p:spPr/>
        <p:txBody>
          <a:bodyPr/>
          <a:lstStyle/>
          <a:p>
            <a:r>
              <a:rPr lang="en-IN"/>
              <a:t>Athor by Sandeep</a:t>
            </a:r>
          </a:p>
        </p:txBody>
      </p:sp>
      <p:sp>
        <p:nvSpPr>
          <p:cNvPr id="3" name="Slide Number Placeholder 2">
            <a:extLst>
              <a:ext uri="{FF2B5EF4-FFF2-40B4-BE49-F238E27FC236}">
                <a16:creationId xmlns:a16="http://schemas.microsoft.com/office/drawing/2014/main" id="{0058D2F4-F968-D659-2ED8-312E05072E28}"/>
              </a:ext>
            </a:extLst>
          </p:cNvPr>
          <p:cNvSpPr>
            <a:spLocks noGrp="1"/>
          </p:cNvSpPr>
          <p:nvPr>
            <p:ph type="sldNum" sz="quarter" idx="12"/>
          </p:nvPr>
        </p:nvSpPr>
        <p:spPr/>
        <p:txBody>
          <a:bodyPr/>
          <a:lstStyle/>
          <a:p>
            <a:fld id="{B7827676-89B8-4E8C-879B-AC14EC1FD9F0}" type="slidenum">
              <a:rPr lang="en-IN" smtClean="0"/>
              <a:t>11</a:t>
            </a:fld>
            <a:endParaRPr lang="en-IN"/>
          </a:p>
        </p:txBody>
      </p:sp>
      <p:graphicFrame>
        <p:nvGraphicFramePr>
          <p:cNvPr id="5" name="Table 4">
            <a:extLst>
              <a:ext uri="{FF2B5EF4-FFF2-40B4-BE49-F238E27FC236}">
                <a16:creationId xmlns:a16="http://schemas.microsoft.com/office/drawing/2014/main" id="{32E99FC5-E182-8FA3-711F-0245F2FEC5BD}"/>
              </a:ext>
            </a:extLst>
          </p:cNvPr>
          <p:cNvGraphicFramePr>
            <a:graphicFrameLocks noGrp="1"/>
          </p:cNvGraphicFramePr>
          <p:nvPr>
            <p:extLst>
              <p:ext uri="{D42A27DB-BD31-4B8C-83A1-F6EECF244321}">
                <p14:modId xmlns:p14="http://schemas.microsoft.com/office/powerpoint/2010/main" val="1964121042"/>
              </p:ext>
            </p:extLst>
          </p:nvPr>
        </p:nvGraphicFramePr>
        <p:xfrm>
          <a:off x="626533" y="761999"/>
          <a:ext cx="10930466" cy="5266270"/>
        </p:xfrm>
        <a:graphic>
          <a:graphicData uri="http://schemas.openxmlformats.org/drawingml/2006/table">
            <a:tbl>
              <a:tblPr firstRow="1" bandRow="1">
                <a:tableStyleId>{5C22544A-7EE6-4342-B048-85BDC9FD1C3A}</a:tableStyleId>
              </a:tblPr>
              <a:tblGrid>
                <a:gridCol w="3642064">
                  <a:extLst>
                    <a:ext uri="{9D8B030D-6E8A-4147-A177-3AD203B41FA5}">
                      <a16:colId xmlns:a16="http://schemas.microsoft.com/office/drawing/2014/main" val="2012791806"/>
                    </a:ext>
                  </a:extLst>
                </a:gridCol>
                <a:gridCol w="3644201">
                  <a:extLst>
                    <a:ext uri="{9D8B030D-6E8A-4147-A177-3AD203B41FA5}">
                      <a16:colId xmlns:a16="http://schemas.microsoft.com/office/drawing/2014/main" val="2780834446"/>
                    </a:ext>
                  </a:extLst>
                </a:gridCol>
                <a:gridCol w="3644201">
                  <a:extLst>
                    <a:ext uri="{9D8B030D-6E8A-4147-A177-3AD203B41FA5}">
                      <a16:colId xmlns:a16="http://schemas.microsoft.com/office/drawing/2014/main" val="1131908518"/>
                    </a:ext>
                  </a:extLst>
                </a:gridCol>
              </a:tblGrid>
              <a:tr h="851639">
                <a:tc>
                  <a:txBody>
                    <a:bodyPr/>
                    <a:lstStyle/>
                    <a:p>
                      <a:pPr algn="ctr"/>
                      <a:r>
                        <a:rPr lang="en-IN" sz="2800" u="sng" dirty="0">
                          <a:effectLst>
                            <a:outerShdw blurRad="38100" dist="38100" dir="2700000" algn="tl">
                              <a:srgbClr val="000000">
                                <a:alpha val="43137"/>
                              </a:srgbClr>
                            </a:outerShdw>
                          </a:effectLst>
                        </a:rPr>
                        <a:t>Tool/ Feature</a:t>
                      </a:r>
                    </a:p>
                  </a:txBody>
                  <a:tcPr/>
                </a:tc>
                <a:tc>
                  <a:txBody>
                    <a:bodyPr/>
                    <a:lstStyle/>
                    <a:p>
                      <a:pPr algn="ctr"/>
                      <a:r>
                        <a:rPr lang="en-IN" sz="2800" u="sng" dirty="0">
                          <a:effectLst>
                            <a:outerShdw blurRad="38100" dist="38100" dir="2700000" algn="tl">
                              <a:srgbClr val="000000">
                                <a:alpha val="43137"/>
                              </a:srgbClr>
                            </a:outerShdw>
                          </a:effectLst>
                        </a:rPr>
                        <a:t>Purpose</a:t>
                      </a:r>
                    </a:p>
                  </a:txBody>
                  <a:tcPr/>
                </a:tc>
                <a:tc>
                  <a:txBody>
                    <a:bodyPr/>
                    <a:lstStyle/>
                    <a:p>
                      <a:pPr algn="ctr"/>
                      <a:r>
                        <a:rPr lang="en-IN" sz="2800" u="sng" dirty="0">
                          <a:effectLst>
                            <a:outerShdw blurRad="38100" dist="38100" dir="2700000" algn="tl">
                              <a:srgbClr val="000000">
                                <a:alpha val="43137"/>
                              </a:srgbClr>
                            </a:outerShdw>
                          </a:effectLst>
                        </a:rPr>
                        <a:t>Example Use</a:t>
                      </a:r>
                    </a:p>
                  </a:txBody>
                  <a:tcPr/>
                </a:tc>
                <a:extLst>
                  <a:ext uri="{0D108BD9-81ED-4DB2-BD59-A6C34878D82A}">
                    <a16:rowId xmlns:a16="http://schemas.microsoft.com/office/drawing/2014/main" val="3669590336"/>
                  </a:ext>
                </a:extLst>
              </a:tr>
              <a:tr h="929857">
                <a:tc>
                  <a:txBody>
                    <a:bodyPr/>
                    <a:lstStyle/>
                    <a:p>
                      <a:pPr algn="ctr"/>
                      <a:r>
                        <a:rPr lang="en-IN" sz="2400" b="1" dirty="0"/>
                        <a:t>IntelliSense</a:t>
                      </a:r>
                    </a:p>
                  </a:txBody>
                  <a:tcPr/>
                </a:tc>
                <a:tc>
                  <a:txBody>
                    <a:bodyPr/>
                    <a:lstStyle/>
                    <a:p>
                      <a:pPr algn="ctr"/>
                      <a:r>
                        <a:rPr lang="en-IN" sz="2400" dirty="0"/>
                        <a:t>Autocomplete and hints</a:t>
                      </a:r>
                    </a:p>
                  </a:txBody>
                  <a:tcPr/>
                </a:tc>
                <a:tc>
                  <a:txBody>
                    <a:bodyPr/>
                    <a:lstStyle/>
                    <a:p>
                      <a:pPr algn="ctr"/>
                      <a:r>
                        <a:rPr lang="en-IN" sz="2400" dirty="0"/>
                        <a:t>Suggests functions in Python</a:t>
                      </a:r>
                    </a:p>
                  </a:txBody>
                  <a:tcPr/>
                </a:tc>
                <a:extLst>
                  <a:ext uri="{0D108BD9-81ED-4DB2-BD59-A6C34878D82A}">
                    <a16:rowId xmlns:a16="http://schemas.microsoft.com/office/drawing/2014/main" val="1383885512"/>
                  </a:ext>
                </a:extLst>
              </a:tr>
              <a:tr h="851639">
                <a:tc>
                  <a:txBody>
                    <a:bodyPr/>
                    <a:lstStyle/>
                    <a:p>
                      <a:pPr algn="ctr"/>
                      <a:r>
                        <a:rPr lang="en-IN" sz="2400" b="1" dirty="0"/>
                        <a:t>Git Integration</a:t>
                      </a:r>
                    </a:p>
                  </a:txBody>
                  <a:tcPr/>
                </a:tc>
                <a:tc>
                  <a:txBody>
                    <a:bodyPr/>
                    <a:lstStyle/>
                    <a:p>
                      <a:pPr algn="ctr"/>
                      <a:r>
                        <a:rPr lang="en-IN" sz="2400" dirty="0"/>
                        <a:t>Version control</a:t>
                      </a:r>
                    </a:p>
                  </a:txBody>
                  <a:tcPr/>
                </a:tc>
                <a:tc>
                  <a:txBody>
                    <a:bodyPr/>
                    <a:lstStyle/>
                    <a:p>
                      <a:pPr algn="ctr"/>
                      <a:r>
                        <a:rPr lang="en-IN" sz="2400" dirty="0"/>
                        <a:t>Commit changes to GitHub</a:t>
                      </a:r>
                    </a:p>
                  </a:txBody>
                  <a:tcPr/>
                </a:tc>
                <a:extLst>
                  <a:ext uri="{0D108BD9-81ED-4DB2-BD59-A6C34878D82A}">
                    <a16:rowId xmlns:a16="http://schemas.microsoft.com/office/drawing/2014/main" val="3463804466"/>
                  </a:ext>
                </a:extLst>
              </a:tr>
              <a:tr h="851639">
                <a:tc>
                  <a:txBody>
                    <a:bodyPr/>
                    <a:lstStyle/>
                    <a:p>
                      <a:pPr algn="ctr"/>
                      <a:r>
                        <a:rPr lang="en-IN" sz="2400" b="1" dirty="0"/>
                        <a:t>Debugger</a:t>
                      </a:r>
                    </a:p>
                  </a:txBody>
                  <a:tcPr/>
                </a:tc>
                <a:tc>
                  <a:txBody>
                    <a:bodyPr/>
                    <a:lstStyle/>
                    <a:p>
                      <a:pPr algn="ctr"/>
                      <a:r>
                        <a:rPr lang="en-IN" sz="2400" dirty="0"/>
                        <a:t>Error tracking</a:t>
                      </a:r>
                    </a:p>
                  </a:txBody>
                  <a:tcPr/>
                </a:tc>
                <a:tc>
                  <a:txBody>
                    <a:bodyPr/>
                    <a:lstStyle/>
                    <a:p>
                      <a:pPr algn="ctr"/>
                      <a:r>
                        <a:rPr lang="en-IN" sz="2400" dirty="0"/>
                        <a:t>Debug JavaScript apps</a:t>
                      </a:r>
                    </a:p>
                  </a:txBody>
                  <a:tcPr/>
                </a:tc>
                <a:extLst>
                  <a:ext uri="{0D108BD9-81ED-4DB2-BD59-A6C34878D82A}">
                    <a16:rowId xmlns:a16="http://schemas.microsoft.com/office/drawing/2014/main" val="3026593428"/>
                  </a:ext>
                </a:extLst>
              </a:tr>
              <a:tr h="929857">
                <a:tc>
                  <a:txBody>
                    <a:bodyPr/>
                    <a:lstStyle/>
                    <a:p>
                      <a:pPr algn="ctr"/>
                      <a:r>
                        <a:rPr lang="en-IN" sz="2400" b="1" dirty="0"/>
                        <a:t>Extensions</a:t>
                      </a:r>
                    </a:p>
                  </a:txBody>
                  <a:tcPr/>
                </a:tc>
                <a:tc>
                  <a:txBody>
                    <a:bodyPr/>
                    <a:lstStyle/>
                    <a:p>
                      <a:pPr algn="ctr"/>
                      <a:r>
                        <a:rPr lang="en-IN" sz="2400" dirty="0"/>
                        <a:t>Add functionality</a:t>
                      </a:r>
                    </a:p>
                  </a:txBody>
                  <a:tcPr/>
                </a:tc>
                <a:tc>
                  <a:txBody>
                    <a:bodyPr/>
                    <a:lstStyle/>
                    <a:p>
                      <a:pPr algn="ctr"/>
                      <a:r>
                        <a:rPr lang="en-IN" sz="2400" dirty="0"/>
                        <a:t>Install Python or React plugins </a:t>
                      </a:r>
                    </a:p>
                  </a:txBody>
                  <a:tcPr/>
                </a:tc>
                <a:extLst>
                  <a:ext uri="{0D108BD9-81ED-4DB2-BD59-A6C34878D82A}">
                    <a16:rowId xmlns:a16="http://schemas.microsoft.com/office/drawing/2014/main" val="3949533414"/>
                  </a:ext>
                </a:extLst>
              </a:tr>
              <a:tr h="851639">
                <a:tc>
                  <a:txBody>
                    <a:bodyPr/>
                    <a:lstStyle/>
                    <a:p>
                      <a:pPr algn="ctr"/>
                      <a:r>
                        <a:rPr lang="en-IN" sz="2400" b="1" dirty="0"/>
                        <a:t>Remote Dev</a:t>
                      </a:r>
                    </a:p>
                  </a:txBody>
                  <a:tcPr/>
                </a:tc>
                <a:tc>
                  <a:txBody>
                    <a:bodyPr/>
                    <a:lstStyle/>
                    <a:p>
                      <a:pPr algn="ctr"/>
                      <a:r>
                        <a:rPr lang="en-IN" sz="2400" dirty="0"/>
                        <a:t>Work on servers</a:t>
                      </a:r>
                    </a:p>
                  </a:txBody>
                  <a:tcPr/>
                </a:tc>
                <a:tc>
                  <a:txBody>
                    <a:bodyPr/>
                    <a:lstStyle/>
                    <a:p>
                      <a:pPr algn="ctr"/>
                      <a:r>
                        <a:rPr lang="en-IN" sz="2400" dirty="0"/>
                        <a:t>Codes via SSH in cloud VM</a:t>
                      </a:r>
                    </a:p>
                  </a:txBody>
                  <a:tcPr/>
                </a:tc>
                <a:extLst>
                  <a:ext uri="{0D108BD9-81ED-4DB2-BD59-A6C34878D82A}">
                    <a16:rowId xmlns:a16="http://schemas.microsoft.com/office/drawing/2014/main" val="1539789386"/>
                  </a:ext>
                </a:extLst>
              </a:tr>
            </a:tbl>
          </a:graphicData>
        </a:graphic>
      </p:graphicFrame>
    </p:spTree>
    <p:extLst>
      <p:ext uri="{BB962C8B-B14F-4D97-AF65-F5344CB8AC3E}">
        <p14:creationId xmlns:p14="http://schemas.microsoft.com/office/powerpoint/2010/main" val="1803897070"/>
      </p:ext>
    </p:extLst>
  </p:cSld>
  <p:clrMapOvr>
    <a:masterClrMapping/>
  </p:clrMapOvr>
  <p:transition spd="slow">
    <p:circl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F40A9-4AD1-FE11-1001-06824269A202}"/>
              </a:ext>
            </a:extLst>
          </p:cNvPr>
          <p:cNvSpPr>
            <a:spLocks noGrp="1"/>
          </p:cNvSpPr>
          <p:nvPr>
            <p:ph type="title"/>
          </p:nvPr>
        </p:nvSpPr>
        <p:spPr/>
        <p:txBody>
          <a:bodyPr/>
          <a:lstStyle/>
          <a:p>
            <a:r>
              <a:rPr lang="en-IN" b="1" dirty="0">
                <a:effectLst>
                  <a:outerShdw blurRad="38100" dist="38100" dir="2700000" algn="tl">
                    <a:srgbClr val="000000">
                      <a:alpha val="43137"/>
                    </a:srgbClr>
                  </a:outerShdw>
                </a:effectLst>
              </a:rPr>
              <a:t>Limitation and Considerations</a:t>
            </a:r>
          </a:p>
        </p:txBody>
      </p:sp>
      <p:sp>
        <p:nvSpPr>
          <p:cNvPr id="3" name="Content Placeholder 2">
            <a:extLst>
              <a:ext uri="{FF2B5EF4-FFF2-40B4-BE49-F238E27FC236}">
                <a16:creationId xmlns:a16="http://schemas.microsoft.com/office/drawing/2014/main" id="{FB9973F8-C2C1-E817-8240-0CC50EBBC4BD}"/>
              </a:ext>
            </a:extLst>
          </p:cNvPr>
          <p:cNvSpPr>
            <a:spLocks noGrp="1"/>
          </p:cNvSpPr>
          <p:nvPr>
            <p:ph idx="1"/>
          </p:nvPr>
        </p:nvSpPr>
        <p:spPr/>
        <p:txBody>
          <a:bodyPr/>
          <a:lstStyle/>
          <a:p>
            <a:pPr>
              <a:buClr>
                <a:schemeClr val="accent2"/>
              </a:buClr>
              <a:buFont typeface="Wingdings" panose="05000000000000000000" pitchFamily="2" charset="2"/>
              <a:buChar char="v"/>
            </a:pPr>
            <a:r>
              <a:rPr lang="en-IN" b="1" dirty="0"/>
              <a:t>Not a full IDE: </a:t>
            </a:r>
            <a:r>
              <a:rPr lang="en-IN" dirty="0"/>
              <a:t>Unlike Visual Studio, VS Code is lightweight and relies on extensions for advanced features.</a:t>
            </a:r>
          </a:p>
          <a:p>
            <a:pPr marL="0" indent="0">
              <a:buClr>
                <a:schemeClr val="accent2"/>
              </a:buClr>
              <a:buNone/>
            </a:pPr>
            <a:endParaRPr lang="en-IN" dirty="0"/>
          </a:p>
          <a:p>
            <a:pPr>
              <a:buClr>
                <a:schemeClr val="accent4"/>
              </a:buClr>
              <a:buFont typeface="Wingdings" panose="05000000000000000000" pitchFamily="2" charset="2"/>
              <a:buChar char="v"/>
            </a:pPr>
            <a:r>
              <a:rPr lang="en-IN" b="1" dirty="0"/>
              <a:t>Performance Issues: </a:t>
            </a:r>
            <a:r>
              <a:rPr lang="en-IN" dirty="0"/>
              <a:t>Can slow down with too many extensions.</a:t>
            </a:r>
          </a:p>
          <a:p>
            <a:pPr marL="0" indent="0">
              <a:buClr>
                <a:schemeClr val="accent4"/>
              </a:buClr>
              <a:buNone/>
            </a:pPr>
            <a:endParaRPr lang="en-IN" dirty="0"/>
          </a:p>
          <a:p>
            <a:pPr>
              <a:buClr>
                <a:schemeClr val="accent4"/>
              </a:buClr>
              <a:buFont typeface="Wingdings" panose="05000000000000000000" pitchFamily="2" charset="2"/>
              <a:buChar char="v"/>
            </a:pPr>
            <a:r>
              <a:rPr lang="en-IN" b="1" dirty="0"/>
              <a:t>Learning Curve: </a:t>
            </a:r>
            <a:r>
              <a:rPr lang="en-IN" dirty="0"/>
              <a:t>Beginners may need time to configure extensions and workflows.</a:t>
            </a:r>
            <a:endParaRPr lang="en-IN" b="1" dirty="0"/>
          </a:p>
        </p:txBody>
      </p:sp>
      <p:sp>
        <p:nvSpPr>
          <p:cNvPr id="4" name="Footer Placeholder 3">
            <a:extLst>
              <a:ext uri="{FF2B5EF4-FFF2-40B4-BE49-F238E27FC236}">
                <a16:creationId xmlns:a16="http://schemas.microsoft.com/office/drawing/2014/main" id="{84F448D9-5895-9CAE-5DF3-898E2B0D875E}"/>
              </a:ext>
            </a:extLst>
          </p:cNvPr>
          <p:cNvSpPr>
            <a:spLocks noGrp="1"/>
          </p:cNvSpPr>
          <p:nvPr>
            <p:ph type="ftr" sz="quarter" idx="11"/>
          </p:nvPr>
        </p:nvSpPr>
        <p:spPr/>
        <p:txBody>
          <a:bodyPr/>
          <a:lstStyle/>
          <a:p>
            <a:r>
              <a:rPr lang="en-IN"/>
              <a:t>Athor by Sandeep</a:t>
            </a:r>
          </a:p>
        </p:txBody>
      </p:sp>
      <p:sp>
        <p:nvSpPr>
          <p:cNvPr id="5" name="Slide Number Placeholder 4">
            <a:extLst>
              <a:ext uri="{FF2B5EF4-FFF2-40B4-BE49-F238E27FC236}">
                <a16:creationId xmlns:a16="http://schemas.microsoft.com/office/drawing/2014/main" id="{87E76F09-0E53-BF8A-284C-BCF7F9D1B8D2}"/>
              </a:ext>
            </a:extLst>
          </p:cNvPr>
          <p:cNvSpPr>
            <a:spLocks noGrp="1"/>
          </p:cNvSpPr>
          <p:nvPr>
            <p:ph type="sldNum" sz="quarter" idx="12"/>
          </p:nvPr>
        </p:nvSpPr>
        <p:spPr/>
        <p:txBody>
          <a:bodyPr/>
          <a:lstStyle/>
          <a:p>
            <a:fld id="{B7827676-89B8-4E8C-879B-AC14EC1FD9F0}" type="slidenum">
              <a:rPr lang="en-IN" smtClean="0"/>
              <a:t>12</a:t>
            </a:fld>
            <a:endParaRPr lang="en-IN"/>
          </a:p>
        </p:txBody>
      </p:sp>
    </p:spTree>
    <p:extLst>
      <p:ext uri="{BB962C8B-B14F-4D97-AF65-F5344CB8AC3E}">
        <p14:creationId xmlns:p14="http://schemas.microsoft.com/office/powerpoint/2010/main" val="115763514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arn(inVertic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barn(inVertical)">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D2404-E130-FFC7-FC23-BAC2D3D6FCD0}"/>
              </a:ext>
            </a:extLst>
          </p:cNvPr>
          <p:cNvSpPr>
            <a:spLocks noGrp="1"/>
          </p:cNvSpPr>
          <p:nvPr>
            <p:ph type="title"/>
          </p:nvPr>
        </p:nvSpPr>
        <p:spPr/>
        <p:txBody>
          <a:bodyPr>
            <a:normAutofit/>
          </a:bodyPr>
          <a:lstStyle/>
          <a:p>
            <a:r>
              <a:rPr lang="en-IN" sz="4000" b="1" i="1" dirty="0">
                <a:solidFill>
                  <a:schemeClr val="bg1"/>
                </a:solidFill>
                <a:effectLst>
                  <a:outerShdw blurRad="38100" dist="38100" dir="2700000" algn="tl">
                    <a:srgbClr val="000000">
                      <a:alpha val="43137"/>
                    </a:srgbClr>
                  </a:outerShdw>
                </a:effectLst>
              </a:rPr>
              <a:t>Why developers choose vs code</a:t>
            </a:r>
          </a:p>
        </p:txBody>
      </p:sp>
      <p:sp>
        <p:nvSpPr>
          <p:cNvPr id="3" name="Content Placeholder 2">
            <a:extLst>
              <a:ext uri="{FF2B5EF4-FFF2-40B4-BE49-F238E27FC236}">
                <a16:creationId xmlns:a16="http://schemas.microsoft.com/office/drawing/2014/main" id="{1DD4C7C4-8B05-6D11-9FCF-6A31935CC984}"/>
              </a:ext>
            </a:extLst>
          </p:cNvPr>
          <p:cNvSpPr>
            <a:spLocks noGrp="1"/>
          </p:cNvSpPr>
          <p:nvPr>
            <p:ph idx="1"/>
          </p:nvPr>
        </p:nvSpPr>
        <p:spPr/>
        <p:txBody>
          <a:bodyPr>
            <a:normAutofit/>
          </a:bodyPr>
          <a:lstStyle/>
          <a:p>
            <a:pPr>
              <a:buFont typeface="Wingdings" panose="05000000000000000000" pitchFamily="2" charset="2"/>
              <a:buChar char="ü"/>
            </a:pPr>
            <a:r>
              <a:rPr lang="en-IN" sz="3200" b="1" dirty="0"/>
              <a:t>Free and cross-platform.</a:t>
            </a:r>
          </a:p>
          <a:p>
            <a:pPr>
              <a:buFont typeface="Wingdings" panose="05000000000000000000" pitchFamily="2" charset="2"/>
              <a:buChar char="ü"/>
            </a:pPr>
            <a:r>
              <a:rPr lang="en-IN" sz="3200" b="1" dirty="0"/>
              <a:t>Highly customizable with extensions.</a:t>
            </a:r>
          </a:p>
          <a:p>
            <a:pPr>
              <a:buFont typeface="Wingdings" panose="05000000000000000000" pitchFamily="2" charset="2"/>
              <a:buChar char="ü"/>
            </a:pPr>
            <a:r>
              <a:rPr lang="en-IN" sz="3200" b="1" dirty="0"/>
              <a:t>Strong debugging and Git tools.</a:t>
            </a:r>
          </a:p>
          <a:p>
            <a:pPr>
              <a:buFont typeface="Wingdings" panose="05000000000000000000" pitchFamily="2" charset="2"/>
              <a:buChar char="ü"/>
            </a:pPr>
            <a:r>
              <a:rPr lang="en-IN" sz="3200" b="1" dirty="0"/>
              <a:t>Active community and frequent updates.</a:t>
            </a:r>
          </a:p>
        </p:txBody>
      </p:sp>
      <p:sp>
        <p:nvSpPr>
          <p:cNvPr id="4" name="Footer Placeholder 3">
            <a:extLst>
              <a:ext uri="{FF2B5EF4-FFF2-40B4-BE49-F238E27FC236}">
                <a16:creationId xmlns:a16="http://schemas.microsoft.com/office/drawing/2014/main" id="{A0A0AC6A-E3C8-B13B-1D2B-F9B95F67CCA6}"/>
              </a:ext>
            </a:extLst>
          </p:cNvPr>
          <p:cNvSpPr>
            <a:spLocks noGrp="1"/>
          </p:cNvSpPr>
          <p:nvPr>
            <p:ph type="ftr" sz="quarter" idx="11"/>
          </p:nvPr>
        </p:nvSpPr>
        <p:spPr/>
        <p:txBody>
          <a:bodyPr/>
          <a:lstStyle/>
          <a:p>
            <a:r>
              <a:rPr lang="en-IN"/>
              <a:t>Athor by Sandeep</a:t>
            </a:r>
          </a:p>
        </p:txBody>
      </p:sp>
      <p:sp>
        <p:nvSpPr>
          <p:cNvPr id="5" name="Slide Number Placeholder 4">
            <a:extLst>
              <a:ext uri="{FF2B5EF4-FFF2-40B4-BE49-F238E27FC236}">
                <a16:creationId xmlns:a16="http://schemas.microsoft.com/office/drawing/2014/main" id="{3761BDA4-5997-11A8-EE70-438BB4C17F8F}"/>
              </a:ext>
            </a:extLst>
          </p:cNvPr>
          <p:cNvSpPr>
            <a:spLocks noGrp="1"/>
          </p:cNvSpPr>
          <p:nvPr>
            <p:ph type="sldNum" sz="quarter" idx="12"/>
          </p:nvPr>
        </p:nvSpPr>
        <p:spPr/>
        <p:txBody>
          <a:bodyPr/>
          <a:lstStyle/>
          <a:p>
            <a:fld id="{B7827676-89B8-4E8C-879B-AC14EC1FD9F0}" type="slidenum">
              <a:rPr lang="en-IN" smtClean="0"/>
              <a:t>13</a:t>
            </a:fld>
            <a:endParaRPr lang="en-IN"/>
          </a:p>
        </p:txBody>
      </p:sp>
    </p:spTree>
    <p:extLst>
      <p:ext uri="{BB962C8B-B14F-4D97-AF65-F5344CB8AC3E}">
        <p14:creationId xmlns:p14="http://schemas.microsoft.com/office/powerpoint/2010/main" val="318257923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F5BA1-AA6F-6189-B097-035DF0884CCC}"/>
              </a:ext>
            </a:extLst>
          </p:cNvPr>
          <p:cNvSpPr>
            <a:spLocks noGrp="1"/>
          </p:cNvSpPr>
          <p:nvPr>
            <p:ph type="title"/>
          </p:nvPr>
        </p:nvSpPr>
        <p:spPr/>
        <p:txBody>
          <a:bodyPr>
            <a:normAutofit/>
          </a:bodyPr>
          <a:lstStyle/>
          <a:p>
            <a:pPr algn="ctr"/>
            <a:r>
              <a:rPr lang="en-IN" sz="6600" dirty="0">
                <a:solidFill>
                  <a:srgbClr val="FF0000"/>
                </a:solidFill>
              </a:rPr>
              <a:t>THANK YOU…</a:t>
            </a:r>
          </a:p>
        </p:txBody>
      </p:sp>
      <p:sp>
        <p:nvSpPr>
          <p:cNvPr id="4" name="Footer Placeholder 3">
            <a:extLst>
              <a:ext uri="{FF2B5EF4-FFF2-40B4-BE49-F238E27FC236}">
                <a16:creationId xmlns:a16="http://schemas.microsoft.com/office/drawing/2014/main" id="{F1EE71A7-E500-7F56-C8A6-2F14E1531966}"/>
              </a:ext>
            </a:extLst>
          </p:cNvPr>
          <p:cNvSpPr>
            <a:spLocks noGrp="1"/>
          </p:cNvSpPr>
          <p:nvPr>
            <p:ph type="ftr" sz="quarter" idx="11"/>
          </p:nvPr>
        </p:nvSpPr>
        <p:spPr/>
        <p:txBody>
          <a:bodyPr/>
          <a:lstStyle/>
          <a:p>
            <a:r>
              <a:rPr lang="en-IN"/>
              <a:t>Athor by Sandeep</a:t>
            </a:r>
          </a:p>
        </p:txBody>
      </p:sp>
      <p:sp>
        <p:nvSpPr>
          <p:cNvPr id="5" name="Slide Number Placeholder 4">
            <a:extLst>
              <a:ext uri="{FF2B5EF4-FFF2-40B4-BE49-F238E27FC236}">
                <a16:creationId xmlns:a16="http://schemas.microsoft.com/office/drawing/2014/main" id="{70227C53-90B0-8A32-3DC2-AB9D54BF9275}"/>
              </a:ext>
            </a:extLst>
          </p:cNvPr>
          <p:cNvSpPr>
            <a:spLocks noGrp="1"/>
          </p:cNvSpPr>
          <p:nvPr>
            <p:ph type="sldNum" sz="quarter" idx="12"/>
          </p:nvPr>
        </p:nvSpPr>
        <p:spPr/>
        <p:txBody>
          <a:bodyPr/>
          <a:lstStyle/>
          <a:p>
            <a:fld id="{B7827676-89B8-4E8C-879B-AC14EC1FD9F0}" type="slidenum">
              <a:rPr lang="en-IN" smtClean="0"/>
              <a:t>14</a:t>
            </a:fld>
            <a:endParaRPr lang="en-IN"/>
          </a:p>
        </p:txBody>
      </p:sp>
    </p:spTree>
    <p:extLst>
      <p:ext uri="{BB962C8B-B14F-4D97-AF65-F5344CB8AC3E}">
        <p14:creationId xmlns:p14="http://schemas.microsoft.com/office/powerpoint/2010/main" val="1373569139"/>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theme/_rels/them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image" Target="../media/image2.jpeg"/></Relationships>
</file>

<file path=ppt/theme/_rels/them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image" Target="../media/image2.jpeg"/></Relationships>
</file>

<file path=ppt/theme/_rels/theme7.xml.rels><?xml version="1.0" encoding="UTF-8" standalone="yes"?>
<Relationships xmlns="http://schemas.openxmlformats.org/package/2006/relationships"><Relationship Id="rId1" Type="http://schemas.openxmlformats.org/officeDocument/2006/relationships/image" Target="../media/image13.jpeg"/></Relationships>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3.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4.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5.xml><?xml version="1.0" encoding="utf-8"?>
<a:theme xmlns:a="http://schemas.openxmlformats.org/drawingml/2006/main" name="1_Organic">
  <a:themeElements>
    <a:clrScheme name="Organic">
      <a:dk1>
        <a:sysClr val="windowText" lastClr="000000"/>
      </a:dk1>
      <a:lt1>
        <a:sysClr val="window" lastClr="FFFFFF"/>
      </a:lt1>
      <a:dk2>
        <a:srgbClr val="212121"/>
      </a:dk2>
      <a:lt2>
        <a:srgbClr val="DADADA"/>
      </a:lt2>
      <a:accent1>
        <a:srgbClr val="B15E28"/>
      </a:accent1>
      <a:accent2>
        <a:srgbClr val="B13228"/>
      </a:accent2>
      <a:accent3>
        <a:srgbClr val="8B7B56"/>
      </a:accent3>
      <a:accent4>
        <a:srgbClr val="E09C41"/>
      </a:accent4>
      <a:accent5>
        <a:srgbClr val="9EAE51"/>
      </a:accent5>
      <a:accent6>
        <a:srgbClr val="6E7355"/>
      </a:accent6>
      <a:hlink>
        <a:srgbClr val="D37A21"/>
      </a:hlink>
      <a:folHlink>
        <a:srgbClr val="CA8F55"/>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039A4B3-0617-4CFC-B614-27363ECC28AC}"/>
    </a:ext>
  </a:extLst>
</a:theme>
</file>

<file path=ppt/theme/theme6.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7.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8.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Organic</Template>
  <TotalTime>183</TotalTime>
  <Words>516</Words>
  <Application>Microsoft Office PowerPoint</Application>
  <PresentationFormat>Widescreen</PresentationFormat>
  <Paragraphs>96</Paragraphs>
  <Slides>14</Slides>
  <Notes>1</Notes>
  <HiddenSlides>0</HiddenSlides>
  <MMClips>0</MMClips>
  <ScaleCrop>false</ScaleCrop>
  <HeadingPairs>
    <vt:vector size="6" baseType="variant">
      <vt:variant>
        <vt:lpstr>Fonts Used</vt:lpstr>
      </vt:variant>
      <vt:variant>
        <vt:i4>12</vt:i4>
      </vt:variant>
      <vt:variant>
        <vt:lpstr>Theme</vt:lpstr>
      </vt:variant>
      <vt:variant>
        <vt:i4>8</vt:i4>
      </vt:variant>
      <vt:variant>
        <vt:lpstr>Slide Titles</vt:lpstr>
      </vt:variant>
      <vt:variant>
        <vt:i4>14</vt:i4>
      </vt:variant>
    </vt:vector>
  </HeadingPairs>
  <TitlesOfParts>
    <vt:vector size="34" baseType="lpstr">
      <vt:lpstr>Algerian</vt:lpstr>
      <vt:lpstr>Aptos</vt:lpstr>
      <vt:lpstr>Arial</vt:lpstr>
      <vt:lpstr>Calibri</vt:lpstr>
      <vt:lpstr>Calibri Light</vt:lpstr>
      <vt:lpstr>Century Gothic</vt:lpstr>
      <vt:lpstr>Garamond</vt:lpstr>
      <vt:lpstr>Gill Sans MT</vt:lpstr>
      <vt:lpstr>Trebuchet MS</vt:lpstr>
      <vt:lpstr>Tw Cen MT</vt:lpstr>
      <vt:lpstr>Wingdings</vt:lpstr>
      <vt:lpstr>Wingdings 3</vt:lpstr>
      <vt:lpstr>Retrospect</vt:lpstr>
      <vt:lpstr>Facet</vt:lpstr>
      <vt:lpstr>Organic</vt:lpstr>
      <vt:lpstr>Wisp</vt:lpstr>
      <vt:lpstr>1_Organic</vt:lpstr>
      <vt:lpstr>Office 2013 - 2022 Theme</vt:lpstr>
      <vt:lpstr>Circuit</vt:lpstr>
      <vt:lpstr>Gallery</vt:lpstr>
      <vt:lpstr>Visual studio </vt:lpstr>
      <vt:lpstr> What is Visual Studio?</vt:lpstr>
      <vt:lpstr>Key Facts About VS Code.</vt:lpstr>
      <vt:lpstr>Core Tool and Features in VS Code </vt:lpstr>
      <vt:lpstr>Editor Tools</vt:lpstr>
      <vt:lpstr>2. Version Control</vt:lpstr>
      <vt:lpstr>3. Debugging Tools</vt:lpstr>
      <vt:lpstr>4. Testing Tools</vt:lpstr>
      <vt:lpstr>5. Remote Development</vt:lpstr>
      <vt:lpstr>6. Customization Tools</vt:lpstr>
      <vt:lpstr>PowerPoint Presentation</vt:lpstr>
      <vt:lpstr>Limitation and Considerations</vt:lpstr>
      <vt:lpstr>Why developers choose vs code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Sandeep Deepu</dc:creator>
  <cp:lastModifiedBy>Sandeep Deepu</cp:lastModifiedBy>
  <cp:revision>1</cp:revision>
  <dcterms:created xsi:type="dcterms:W3CDTF">2026-03-08T10:27:01Z</dcterms:created>
  <dcterms:modified xsi:type="dcterms:W3CDTF">2026-03-11T14:05:56Z</dcterms:modified>
</cp:coreProperties>
</file>